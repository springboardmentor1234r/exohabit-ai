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0714A-D32C-FAC6-2ACC-396D82B6A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5DD6A-B77F-14CB-412A-A304104971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E6C18-B7C4-076E-65A1-8C6673E3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680E-FADD-DF70-AC75-492BC7DE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F5047-BD69-05CF-C7B2-9ABC9899C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53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F11C5-28B6-C8CF-D321-35D4EBD33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9FD31-3572-E548-3567-8015B16A1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6A06B-D212-8D80-1363-A2729FDC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6D731-8A01-0DB5-DAE7-C8333CD36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4A282-99FE-6D37-9FFC-B03265AB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6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15FF0-47E6-93A7-745F-FDAFDC81E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400DD-C671-87C5-EF03-A9FAA972F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3042-7AAB-894F-FA96-8D4AE456A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0F374-A4D1-6FC2-71BE-75A2DEA4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5664-31EE-832E-6BFF-2C91A240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2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21923-2D49-CF1E-A616-A4F8A4CE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71EDE-4166-881E-D942-6C2C2542C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624CE5-71BC-BBAB-6542-6BA703AC7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D5F6A-B889-79E7-6D4E-855BB5AF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AB137-64F3-6BF1-9445-1B0F80373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B1427-2E84-136D-F3E6-FB43D079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57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3E76-8031-0570-B6F8-BA1DE5D33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E4D85-A8F6-CEFA-0E2E-4EE8A9EC3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C6CCA-CFBE-97B0-919B-8EAE11242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9A4BD-7F09-90AA-C86A-DDD49E9D9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A0B19F-FB84-2FE3-0B4C-D7A99E6F00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DF656C-2221-8CE9-6287-EDE009648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2C3AB-5B88-A5F4-01A7-01C39081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76810-ECD7-35E6-F7E5-A3B4DDF6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3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D196-2B28-BCEE-5499-4AB61182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621D0D-7453-969A-40EE-EC224537E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04587-3217-0556-D5F0-7AE104A8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0B258-D1F6-DDC4-2E8C-C1EE5170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25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F5DA9F-6C9D-9AEB-E064-59177481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091FD-F3BB-22D8-7606-5426793E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0D31B-952D-9FF4-E86C-C7CF682B3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60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2381-285D-AD9A-9384-B31B5F3C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452BD-BCAB-6B80-783B-75865B4DB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F178C-4B6C-6E1E-F01A-E9C7FFF59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765A5-13C8-CA32-DB53-FB4C3D1B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8B626-0BC5-93B3-1E92-704EF72A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CD272-54CE-5FF7-0AFD-B4CFA0082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91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FB73C-9DC6-9E47-F1CF-3A0FF44E2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33346-518A-85CE-7FA1-B3AD66C49E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89BE5-F211-4B3B-CCED-88FF5B807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8C9E6-097B-1E1C-37E4-DFDFE70C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FDD16-5502-3B67-2EFD-DF4F3887B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47A87-D539-FAEA-8F73-F2A52382B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150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0784B-E237-C320-3219-13043E8F4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A889E-4533-478A-3CA5-EA76CC90F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1CDF7-2128-38F6-1B69-B2FC1FC4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BDC30-4FCF-E13C-0D8F-00E6C608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EAA7-9F92-6662-5E55-CFF12662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818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F7BB26-85FE-5FA8-38AE-1E90FDAE6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69058-8A6A-4D92-8DED-EB5452956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430-9EC2-6E28-4918-7E3DDBF83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DF57-88C5-D3DE-BDF7-6C6BFC1CA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98DC5-678A-D920-6D11-5E01A407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22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65019-8A24-676D-2087-5AB0D391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ECD14-84F2-7FAF-DA54-B2B9513DFC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7F253-5366-1BF2-1B39-B463F75D6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9E59C5-19F6-4818-89F5-DA9D1B2C4CB0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7F3F9-3B70-04F4-7528-7412875D0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8788D-5FA3-45E4-A246-6378D53E3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10B11-15BC-42A6-A66C-247382EA96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79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D61A-EA60-E79B-302C-D6BBD2E67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4FBF4-CBD3-4DC8-AAF9-9F1E042EE7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19765-182A-A063-4299-6F7605FC4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" y="0"/>
            <a:ext cx="12186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2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B9C4-BBF7-8719-0683-A2BD69390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EAE8F1-D2B0-2973-F081-281BF5121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7574-D1B9-A9EB-207B-1A7C287E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1D4753-33D1-5489-3DE7-BF0FD3765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4942"/>
            <a:ext cx="12192000" cy="686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50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85F99-1BC6-132B-F206-E2E1AF64C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A5C475-EC2B-8864-8A54-98C2FAE09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49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5872-0015-A3C3-402F-A9F68321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6F4DC-00FD-EA5F-8FF9-758212927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2BECA-BB4C-B8C3-C592-D683EC449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87"/>
            <a:ext cx="12192000" cy="683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489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08A7-C977-1301-C678-283A5BBE2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48ED68-632A-6C01-BE3D-9668FD63C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1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BD3F5-5BBF-FFA3-FD88-EDE51D03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AF6B5-2D47-AE8F-1D4B-F79504FB0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4C1D30-BF21-2EED-0280-0CA73031D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4"/>
            <a:ext cx="12192000" cy="684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31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DEFD-600A-4FAA-C106-229B392D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F77A-E69B-36EF-4A82-920F8A9C2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C908E5-81EF-D932-3DB0-566BDA7D5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66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C4B9F-DADF-67F1-FA7D-FB2C24D59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575E6E-175B-898F-A2E1-ACF96AA63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604"/>
            <a:ext cx="12191999" cy="697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39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E693-61C0-B12C-7583-E44D7398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D71E8-8B97-D3CB-1F87-C91A871CE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319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159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B626A4C13DD9418B5DC7D57EFC06D9" ma:contentTypeVersion="15" ma:contentTypeDescription="Create a new document." ma:contentTypeScope="" ma:versionID="6215100e525a2f4be41a1e7fe73c93a5">
  <xsd:schema xmlns:xsd="http://www.w3.org/2001/XMLSchema" xmlns:xs="http://www.w3.org/2001/XMLSchema" xmlns:p="http://schemas.microsoft.com/office/2006/metadata/properties" xmlns:ns3="55ff2a48-3824-4492-ac8d-c9c020fab6ca" xmlns:ns4="8d672b3c-8156-41df-a334-6578501464b5" targetNamespace="http://schemas.microsoft.com/office/2006/metadata/properties" ma:root="true" ma:fieldsID="8262cc7ffef252549f04ac2743aa5a8c" ns3:_="" ns4:_="">
    <xsd:import namespace="55ff2a48-3824-4492-ac8d-c9c020fab6ca"/>
    <xsd:import namespace="8d672b3c-8156-41df-a334-6578501464b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ff2a48-3824-4492-ac8d-c9c020fab6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672b3c-8156-41df-a334-6578501464b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5ff2a48-3824-4492-ac8d-c9c020fab6ca" xsi:nil="true"/>
  </documentManagement>
</p:properties>
</file>

<file path=customXml/itemProps1.xml><?xml version="1.0" encoding="utf-8"?>
<ds:datastoreItem xmlns:ds="http://schemas.openxmlformats.org/officeDocument/2006/customXml" ds:itemID="{CBBF698B-8B64-4021-B571-45E3E9100FF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982102-9448-4F3E-B4A4-B6706B3A3A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ff2a48-3824-4492-ac8d-c9c020fab6ca"/>
    <ds:schemaRef ds:uri="8d672b3c-8156-41df-a334-6578501464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E24343-0677-419A-9FBC-D8EE86537A82}">
  <ds:schemaRefs>
    <ds:schemaRef ds:uri="http://purl.org/dc/terms/"/>
    <ds:schemaRef ds:uri="55ff2a48-3824-4492-ac8d-c9c020fab6ca"/>
    <ds:schemaRef ds:uri="http://schemas.microsoft.com/office/infopath/2007/PartnerControls"/>
    <ds:schemaRef ds:uri="http://purl.org/dc/elements/1.1/"/>
    <ds:schemaRef ds:uri="http://purl.org/dc/dcmitype/"/>
    <ds:schemaRef ds:uri="8d672b3c-8156-41df-a334-6578501464b5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saikeerthi reddy</dc:creator>
  <cp:lastModifiedBy>Alla Sai Keerthi Reddy (B.Tech_2026)</cp:lastModifiedBy>
  <cp:revision>1</cp:revision>
  <dcterms:created xsi:type="dcterms:W3CDTF">2026-02-18T06:12:29Z</dcterms:created>
  <dcterms:modified xsi:type="dcterms:W3CDTF">2026-02-18T06:21:10Z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0x0101007FB626A4C13DD9418B5DC7D57EFC06D9</vt:lpwstr>
  </property>
</Properties>
</file>