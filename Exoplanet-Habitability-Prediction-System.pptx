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2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Exoplanet Habitability Prediction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Infosys Springboard Internship — Batch 11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Divyanshu Kumar Raj</a:t>
            </a:r>
            <a:endParaRPr lang="en-US" sz="18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EE667-CEC6-1B1F-E632-85D886F85BF3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088130"/>
            <a:ext cx="487977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837724" y="5010388"/>
            <a:ext cx="4158734" cy="2123242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52497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Discovery Volume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5745242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Thousands of exoplanets discovered — manual review is slow and inconsistent.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5010388"/>
            <a:ext cx="4158734" cy="2123242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5475089" y="52497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Complex Analysis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75089" y="5745242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Scientific habitability assessment combines many interacting planetary and stellar variables.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33823" y="5010388"/>
            <a:ext cx="4158853" cy="2123242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9873139" y="52497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Our Goal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3139" y="5745242"/>
            <a:ext cx="36802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 ranking of habitability using a robust ML system that produces interpretable scores.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EBD51C-264D-0FCB-1CFB-8855C2F46268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786890"/>
            <a:ext cx="8216265" cy="4655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45491" y="1020128"/>
            <a:ext cx="4154686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&amp; Features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9645491" y="2386013"/>
            <a:ext cx="4154686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 used 40,000+ NASA exoplanet records with six core features (planet radius, mass proxy, orbital period, equilibrium temperature, stellar temperature, stellar luminosity). Data pipeline: cleaning → scaling → feature engineering.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645491" y="5282565"/>
            <a:ext cx="4154686" cy="20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Preprocessing: outlier handling, imputation, standard scaling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Split: 80% train / 20% test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Result: balanced classes via stratified sampling</a:t>
            </a:r>
            <a:endParaRPr lang="en-US" sz="1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B39F12-358F-9D61-0507-72F99D028EBD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099" y="900232"/>
            <a:ext cx="6660475" cy="53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Machine Learning Approach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795099" y="1758196"/>
            <a:ext cx="7553801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Model: Random Forest classifier (100 estimators) for binary habitability prediction. Focus on robustness, generalization, and interpretability.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099" y="2709148"/>
            <a:ext cx="567928" cy="567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32466" y="2709148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Performance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632466" y="3172539"/>
            <a:ext cx="6716435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 accuracy ≈ 94% with consistent validation metrics.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099" y="3957876"/>
            <a:ext cx="567928" cy="5679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32466" y="3957876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Explainability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632466" y="4421267"/>
            <a:ext cx="671643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 importance analysis highlights temperature and stellar luminosity as top predictors.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099" y="5560814"/>
            <a:ext cx="567928" cy="5679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32466" y="5560814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Reliability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1632466" y="6024205"/>
            <a:ext cx="671643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Cross-validation and calibration checks applied to avoid overconfidence.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95099" y="6975157"/>
            <a:ext cx="7553801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Included: small screenshot of feature-importance chart for review.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25D3A-D718-44D7-3852-8EC2F241DCD2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A4944F-132E-06CC-84F4-34D2F3E65D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728" t="2126" r="12691" b="-315"/>
          <a:stretch>
            <a:fillRect/>
          </a:stretch>
        </p:blipFill>
        <p:spPr>
          <a:xfrm>
            <a:off x="9144001" y="0"/>
            <a:ext cx="5486400" cy="64259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88161FC-D957-82B5-0F22-D3FC50A377E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599" t="3149" b="60582"/>
          <a:stretch>
            <a:fillRect/>
          </a:stretch>
        </p:blipFill>
        <p:spPr>
          <a:xfrm>
            <a:off x="9144002" y="6378416"/>
            <a:ext cx="5486399" cy="18511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23" y="1735693"/>
            <a:ext cx="8396645" cy="4758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7632" y="1611511"/>
            <a:ext cx="4289346" cy="969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Habitability Scoring Logic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9627632" y="2758083"/>
            <a:ext cx="4289346" cy="91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 converted the model's probability into a 0–100 habitability score with domain-aware adjustments: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27632" y="3837384"/>
            <a:ext cx="4289346" cy="202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Start with model probability (0–1)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Apply temperature influence to reward Earth-like equilibrium ranges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Normalize and rescale to a 0–100 score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Map score to 4 tiers: Non-habitable, Potential, Habitable, Highly Habitable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27632" y="6022538"/>
            <a:ext cx="428934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principle: keep scoring transparent and easy to interpret for reviewers.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8DDA5B-A350-97E1-4C15-D843D998AE43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1058" y="498753"/>
            <a:ext cx="3577233" cy="399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157" y="1139190"/>
            <a:ext cx="7548086" cy="5991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7035" y="3670543"/>
            <a:ext cx="1356452" cy="87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Prediction Pipeline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961431" y="1759758"/>
            <a:ext cx="2017963" cy="29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UI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961431" y="2139709"/>
            <a:ext cx="2017963" cy="42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input &amp; visualization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97871" y="1719781"/>
            <a:ext cx="2017964" cy="58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&amp; Storage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97871" y="2391459"/>
            <a:ext cx="2017964" cy="21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Visualize, export data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597871" y="5656801"/>
            <a:ext cx="2017964" cy="58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Random Forest Model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97871" y="6328479"/>
            <a:ext cx="2017964" cy="21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 inference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61431" y="5696778"/>
            <a:ext cx="2017963" cy="29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Flask Backend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61431" y="6076730"/>
            <a:ext cx="2017963" cy="42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Request handling &amp; routing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689284" y="3700698"/>
            <a:ext cx="2062077" cy="29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9284" y="4080649"/>
            <a:ext cx="2062077" cy="42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HTTP requests to backend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858990" y="3671749"/>
            <a:ext cx="2062077" cy="583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Prediction Service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58990" y="4343427"/>
            <a:ext cx="2062077" cy="21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Serve &amp; format results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801058" y="7266503"/>
            <a:ext cx="1102828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architecture supports real-time predictions, batch processing, and a dashboard for visualization and export (PDF/CSV). Components are container-ready for scalable deployment.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7B1C96-534C-2991-246C-0726028C31F4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88394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Web Application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430429"/>
            <a:ext cx="1194435" cy="73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363" y="3430429"/>
            <a:ext cx="26252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Prediction Page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331363" y="3925967"/>
            <a:ext cx="2625209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 planetary parameters and receive a habitability score with explanatory feature contributions.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776" y="3430429"/>
            <a:ext cx="1194435" cy="738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49415" y="3430429"/>
            <a:ext cx="26252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49415" y="3925967"/>
            <a:ext cx="2625209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Visualize population-level trends, filter by score tier, and inspect individual predictions.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828" y="3430429"/>
            <a:ext cx="1194435" cy="7381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3430429"/>
            <a:ext cx="26252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Export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3925967"/>
            <a:ext cx="2625209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One-click export of reports (PDF) and data (CSV) for sharing and offline review.</a:t>
            </a:r>
            <a:endParaRPr lang="en-US" sz="18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899EBB-0AC6-8CDB-7576-C9792BB04148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29295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Demo Instructions (Presenter Notes)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37724" y="2514838"/>
            <a:ext cx="7468553" cy="301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 Earth-like values on the prediction page (radius ~1 R⊕, temp ~288K).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2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Show the resulting "Highly Habitable" score and feature contributions.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3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Open the dashboard and highlight filters + population chart.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4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 the feature-importance visualization and calibration plot.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5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Export a PDF report to demonstrate reporting capability.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800011"/>
            <a:ext cx="7468553" cy="1400175"/>
          </a:xfrm>
          <a:prstGeom prst="roundRect">
            <a:avLst>
              <a:gd name="adj" fmla="val 2564"/>
            </a:avLst>
          </a:prstGeom>
          <a:solidFill>
            <a:srgbClr val="0F004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39" y="6156365"/>
            <a:ext cx="299204" cy="2393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15559" y="6099096"/>
            <a:ext cx="64514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slide is for presenter backup; skip during the public demo if time is limited.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786771"/>
            <a:ext cx="8216265" cy="4655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45491" y="1385530"/>
            <a:ext cx="4154686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Learnings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9645491" y="2188131"/>
            <a:ext cx="4154686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Built an end-to-end ML pipeline: data → model → deployment.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Deployed model with Flask and a REST API for real-time inference.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Implemented data visualization (Chart.js) for interpretability.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Practiced full-stack ML integration and container-friendly architecture.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645491" y="5718810"/>
            <a:ext cx="41546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outcomes strengthened both ML engineering and practical web-dev skills in a production-like workflow.</a:t>
            </a:r>
            <a:endParaRPr lang="en-US" sz="1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C89AD-74BF-D47D-C02E-E05F3C75CD2B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6173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524726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 delivered a production-style habitability prediction system using a real NASA dataset, a Random Forest model, and a Flask-backed web app with visualization and export features. Architecture is scalable and ready for further extension.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4157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you. </a:t>
            </a:r>
            <a:endParaRPr 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07998-1FAE-A8FC-625E-43C30A43D25F}"/>
              </a:ext>
            </a:extLst>
          </p:cNvPr>
          <p:cNvSpPr/>
          <p:nvPr/>
        </p:nvSpPr>
        <p:spPr>
          <a:xfrm>
            <a:off x="12164037" y="7709482"/>
            <a:ext cx="2466363" cy="411061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574</Words>
  <Application>Microsoft Office PowerPoint</Application>
  <PresentationFormat>Custom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Syne Bold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DIVYANSHU KUMAR RAJ</dc:creator>
  <cp:lastModifiedBy>Divyanshu Kumar Raj</cp:lastModifiedBy>
  <cp:revision>2</cp:revision>
  <dcterms:created xsi:type="dcterms:W3CDTF">2026-02-19T18:29:58Z</dcterms:created>
  <dcterms:modified xsi:type="dcterms:W3CDTF">2026-02-19T18:36:18Z</dcterms:modified>
</cp:coreProperties>
</file>