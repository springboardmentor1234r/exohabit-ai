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1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10155" y="3128931"/>
            <a:ext cx="26325" cy="263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6124" y="4795587"/>
            <a:ext cx="36431" cy="364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583853" y="4587451"/>
            <a:ext cx="27330" cy="273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80738" y="20584"/>
            <a:ext cx="10342" cy="103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30546" y="2991710"/>
            <a:ext cx="16112" cy="161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33388" y="5885003"/>
            <a:ext cx="34750" cy="347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706316" y="181969"/>
            <a:ext cx="29561" cy="295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567979" y="3931718"/>
            <a:ext cx="21898" cy="218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54989" y="2063992"/>
            <a:ext cx="30579" cy="305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833471" y="3570094"/>
            <a:ext cx="30715" cy="307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90876" y="666782"/>
            <a:ext cx="27423" cy="274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31934" y="1391668"/>
            <a:ext cx="18711" cy="187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990923" y="5778521"/>
            <a:ext cx="36315" cy="363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67822" y="5121104"/>
            <a:ext cx="30976" cy="309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07200" y="227152"/>
            <a:ext cx="24868" cy="2486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44311" y="3580214"/>
            <a:ext cx="15821" cy="158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847280" y="5288786"/>
            <a:ext cx="17808" cy="178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60139" y="5470630"/>
            <a:ext cx="36109" cy="361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951431" y="1919476"/>
            <a:ext cx="9693" cy="96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40573" y="1385657"/>
            <a:ext cx="18607" cy="186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48224" y="6832491"/>
            <a:ext cx="33733" cy="337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17033" y="1652488"/>
            <a:ext cx="29535" cy="295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693744" y="1003510"/>
            <a:ext cx="12303" cy="123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48387" y="2195587"/>
            <a:ext cx="21581" cy="215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057927" y="2346401"/>
            <a:ext cx="19992" cy="199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03165" y="4007330"/>
            <a:ext cx="35509" cy="355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54401" y="4806784"/>
            <a:ext cx="28517" cy="285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281664" y="6201135"/>
            <a:ext cx="9196" cy="91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55302" y="1144021"/>
            <a:ext cx="23452" cy="234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333" y="6799087"/>
            <a:ext cx="21055" cy="210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56883" y="3247856"/>
            <a:ext cx="16361" cy="163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883676" y="21476"/>
            <a:ext cx="30657" cy="306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01316" y="974169"/>
            <a:ext cx="15147" cy="151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69171" y="5731738"/>
            <a:ext cx="20375" cy="203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79265" y="4334289"/>
            <a:ext cx="11625" cy="116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23022" y="2562336"/>
            <a:ext cx="30374" cy="303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21307" y="743943"/>
            <a:ext cx="24812" cy="248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67437" y="3122454"/>
            <a:ext cx="29395" cy="293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99265" y="6083021"/>
            <a:ext cx="25007" cy="250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559072" y="2542495"/>
            <a:ext cx="11174" cy="111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484410" y="861805"/>
            <a:ext cx="30959" cy="309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02910" y="2172401"/>
            <a:ext cx="32494" cy="324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985539" y="5102565"/>
            <a:ext cx="28435" cy="284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222360" y="5665585"/>
            <a:ext cx="29473" cy="29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276159" y="3876053"/>
            <a:ext cx="33958" cy="339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522447" y="5797596"/>
            <a:ext cx="16731" cy="167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122984" y="3115150"/>
            <a:ext cx="29918" cy="299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35523" y="4851013"/>
            <a:ext cx="11408" cy="114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35478" y="3421019"/>
            <a:ext cx="14711" cy="147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37312" y="5218652"/>
            <a:ext cx="24473" cy="24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273992" y="3088292"/>
            <a:ext cx="18981" cy="189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844617" y="2761544"/>
            <a:ext cx="17029" cy="170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680911" y="778443"/>
            <a:ext cx="21711" cy="217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3802" y="6564528"/>
            <a:ext cx="20432" cy="204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07996" y="3833197"/>
            <a:ext cx="12382" cy="123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764593" y="3852748"/>
            <a:ext cx="10866" cy="108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147964" y="5098185"/>
            <a:ext cx="13758" cy="137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192759" y="3803897"/>
            <a:ext cx="15186" cy="151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580166" y="4456691"/>
            <a:ext cx="18787" cy="187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787260" y="4450705"/>
            <a:ext cx="33789" cy="337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504314" y="110376"/>
            <a:ext cx="22376" cy="223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52564" y="5663874"/>
            <a:ext cx="25571" cy="255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900204" y="2600033"/>
            <a:ext cx="13476" cy="134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991562" y="936900"/>
            <a:ext cx="10390" cy="103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443035" y="5616227"/>
            <a:ext cx="32929" cy="329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848328" y="3801093"/>
            <a:ext cx="33278" cy="332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834115" y="4944224"/>
            <a:ext cx="25447" cy="254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731727" y="3591952"/>
            <a:ext cx="29315" cy="293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610485" y="1255050"/>
            <a:ext cx="20607" cy="206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024096" y="5697504"/>
            <a:ext cx="19510" cy="195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252695" y="2375583"/>
            <a:ext cx="23628" cy="236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008342" y="1757921"/>
            <a:ext cx="35427" cy="354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695730" y="621743"/>
            <a:ext cx="25106" cy="251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719162" y="1231108"/>
            <a:ext cx="35208" cy="352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832742" y="272359"/>
            <a:ext cx="17785" cy="177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645901" y="4444178"/>
            <a:ext cx="24728" cy="247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753512" y="6472368"/>
            <a:ext cx="34420" cy="344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289486" y="2441795"/>
            <a:ext cx="15726" cy="157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893910" y="1329249"/>
            <a:ext cx="29534" cy="295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171290" y="727317"/>
            <a:ext cx="25140" cy="251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8755373" y="1891789"/>
            <a:ext cx="21980" cy="219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629441" y="994742"/>
            <a:ext cx="19312" cy="193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4118949" y="4042138"/>
            <a:ext cx="26624" cy="266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667283" y="686669"/>
            <a:ext cx="25801" cy="258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794958" y="1025068"/>
            <a:ext cx="28971" cy="289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817547" y="2075624"/>
            <a:ext cx="31103" cy="311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364136" y="5676204"/>
            <a:ext cx="17812" cy="178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550232" y="6047591"/>
            <a:ext cx="33404" cy="334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7149795" y="2908945"/>
            <a:ext cx="14916" cy="149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398782" y="4758513"/>
            <a:ext cx="20949" cy="209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438111" y="2110670"/>
            <a:ext cx="10767" cy="107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062466" y="3841572"/>
            <a:ext cx="20561" cy="205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484206" y="6496596"/>
            <a:ext cx="20032" cy="200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18998" y="882510"/>
            <a:ext cx="20266" cy="202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529324" y="1197045"/>
            <a:ext cx="17563" cy="175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808511" y="3784808"/>
            <a:ext cx="19558" cy="195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364978" y="59032"/>
            <a:ext cx="14706" cy="147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450447" y="6178139"/>
            <a:ext cx="35347" cy="353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425090" y="4484996"/>
            <a:ext cx="31237" cy="312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031973" y="5023709"/>
            <a:ext cx="32857" cy="328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EB3B"/>
                </a:solidFill>
              </a:defRPr>
            </a:pPr>
            <a:r>
              <a:t>🌌 EXOHABIT-AI THESIS PRESENTATION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6338723" cy="1682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rPr dirty="0"/>
              <a:t>• Autonomous Exoplanet Habitability Intelligence</a:t>
            </a:r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rPr dirty="0"/>
              <a:t>• </a:t>
            </a:r>
            <a:r>
              <a:rPr lang="en-GB" dirty="0"/>
              <a:t>Rohith Balaram Sai Venkat Dadi</a:t>
            </a:r>
            <a:r>
              <a:rPr dirty="0"/>
              <a:t> | Batch 11</a:t>
            </a:r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rPr dirty="0"/>
              <a:t>• NASA Archive → Production ML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770037" y="4123346"/>
            <a:ext cx="35220" cy="352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498077" y="363927"/>
            <a:ext cx="34293" cy="342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687290" y="4390959"/>
            <a:ext cx="29540" cy="295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32119" y="6833126"/>
            <a:ext cx="9293" cy="92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329093" y="1680655"/>
            <a:ext cx="21985" cy="219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84964" y="5925504"/>
            <a:ext cx="22090" cy="220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0831" y="4046349"/>
            <a:ext cx="9824" cy="98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4532" y="6046400"/>
            <a:ext cx="29612" cy="296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71661" y="1982116"/>
            <a:ext cx="34459" cy="344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2035" y="4033844"/>
            <a:ext cx="32424" cy="324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1566" y="2841153"/>
            <a:ext cx="34616" cy="346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01058" y="5941533"/>
            <a:ext cx="9196" cy="91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009717" y="3686622"/>
            <a:ext cx="17474" cy="174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91307" y="5866690"/>
            <a:ext cx="28139" cy="281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02033" y="2692933"/>
            <a:ext cx="21657" cy="216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11502" y="3946065"/>
            <a:ext cx="30661" cy="306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246950" y="3001979"/>
            <a:ext cx="21998" cy="219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517887" y="1019819"/>
            <a:ext cx="17905" cy="179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84028" y="3818141"/>
            <a:ext cx="25909" cy="259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6485" y="6294699"/>
            <a:ext cx="20116" cy="201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815122" y="3147846"/>
            <a:ext cx="15062" cy="150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744556" y="3161965"/>
            <a:ext cx="28823" cy="288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975796" y="5489318"/>
            <a:ext cx="29929" cy="299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275867" y="515136"/>
            <a:ext cx="22141" cy="221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92696" y="3685161"/>
            <a:ext cx="31967" cy="319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18158" y="5979047"/>
            <a:ext cx="16314" cy="163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2493" y="6211291"/>
            <a:ext cx="20828" cy="208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86028" y="6774345"/>
            <a:ext cx="20117" cy="201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701597" y="6762013"/>
            <a:ext cx="11436" cy="114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41526" y="4715494"/>
            <a:ext cx="28417" cy="284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417185" y="933954"/>
            <a:ext cx="27673" cy="276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078787" y="1502654"/>
            <a:ext cx="18595" cy="185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400364" y="4009642"/>
            <a:ext cx="35765" cy="357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3427" y="5124810"/>
            <a:ext cx="35323" cy="353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98005" y="812029"/>
            <a:ext cx="35746" cy="357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46867" y="2240051"/>
            <a:ext cx="10707" cy="107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08473" y="5415081"/>
            <a:ext cx="21344" cy="213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214746" y="3209325"/>
            <a:ext cx="26455" cy="264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680424" y="3372793"/>
            <a:ext cx="14023" cy="140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804233" y="6432987"/>
            <a:ext cx="19145" cy="191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92445" y="1210707"/>
            <a:ext cx="16450" cy="164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097500" y="2273800"/>
            <a:ext cx="31421" cy="314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791803" y="2277510"/>
            <a:ext cx="25570" cy="255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172077" y="4500842"/>
            <a:ext cx="9989" cy="99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89945" y="5664324"/>
            <a:ext cx="33089" cy="330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378806" y="5465318"/>
            <a:ext cx="9977" cy="99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763302" y="4329572"/>
            <a:ext cx="9939" cy="99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778271" y="1301511"/>
            <a:ext cx="21309" cy="213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40701" y="3011091"/>
            <a:ext cx="11280" cy="112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513795" y="3804147"/>
            <a:ext cx="30538" cy="305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827271" y="6374251"/>
            <a:ext cx="12827" cy="128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54268" y="976804"/>
            <a:ext cx="18904" cy="189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754590" y="5126343"/>
            <a:ext cx="24064" cy="240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327352" y="5748844"/>
            <a:ext cx="31176" cy="311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26970" y="1713497"/>
            <a:ext cx="30159" cy="301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060702" y="4431379"/>
            <a:ext cx="19951" cy="199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509762" y="1504411"/>
            <a:ext cx="32760" cy="327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029804" y="4695082"/>
            <a:ext cx="26635" cy="266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390300" y="6776059"/>
            <a:ext cx="27032" cy="270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572552" y="5892072"/>
            <a:ext cx="17929" cy="179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068775" y="1914282"/>
            <a:ext cx="35363" cy="353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330495" y="1165037"/>
            <a:ext cx="30412" cy="304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803266" y="5655476"/>
            <a:ext cx="22135" cy="221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073468" y="2193469"/>
            <a:ext cx="33227" cy="332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794550" y="2095703"/>
            <a:ext cx="35571" cy="355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3164029" y="3317963"/>
            <a:ext cx="31090" cy="310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6445" y="5728981"/>
            <a:ext cx="19020" cy="190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222856" y="2081060"/>
            <a:ext cx="28409" cy="284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203945" y="2482096"/>
            <a:ext cx="9169" cy="91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648842" y="5282125"/>
            <a:ext cx="17984" cy="179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183186" y="3736453"/>
            <a:ext cx="32299" cy="322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37910" y="6414802"/>
            <a:ext cx="22441" cy="224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869047" y="6283652"/>
            <a:ext cx="30332" cy="303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10463" y="5679711"/>
            <a:ext cx="9757" cy="97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524445" y="5331645"/>
            <a:ext cx="18925" cy="189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650788" y="6374825"/>
            <a:ext cx="26521" cy="265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006962" y="2133191"/>
            <a:ext cx="31043" cy="310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270947" y="3348867"/>
            <a:ext cx="26261" cy="262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535121" y="1427182"/>
            <a:ext cx="28084" cy="280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661051" y="3084522"/>
            <a:ext cx="9311" cy="93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171270" y="3154403"/>
            <a:ext cx="20745" cy="207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68226" y="4686964"/>
            <a:ext cx="12120" cy="121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94842" y="6504406"/>
            <a:ext cx="26800" cy="268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756204" y="4326957"/>
            <a:ext cx="26515" cy="265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592521" y="3095876"/>
            <a:ext cx="14774" cy="147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70769" y="3125069"/>
            <a:ext cx="24563" cy="245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442193" y="1209379"/>
            <a:ext cx="31189" cy="311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125840" y="3142038"/>
            <a:ext cx="27826" cy="278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3878421" y="57157"/>
            <a:ext cx="29183" cy="291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857713" y="4025483"/>
            <a:ext cx="12544" cy="125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369020" y="896159"/>
            <a:ext cx="29464" cy="294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493660" y="6499047"/>
            <a:ext cx="27942" cy="279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3178944" y="3116146"/>
            <a:ext cx="16980" cy="169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3627485" y="3792755"/>
            <a:ext cx="22134" cy="221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624749" y="1873023"/>
            <a:ext cx="33978" cy="339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4249232" y="2469926"/>
            <a:ext cx="14690" cy="146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3251408" y="916204"/>
            <a:ext cx="29136" cy="291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68735" y="5344389"/>
            <a:ext cx="25137" cy="251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366355" y="1872403"/>
            <a:ext cx="13199" cy="131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4049646" y="2539703"/>
            <a:ext cx="17844" cy="178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E9E9E"/>
                </a:solidFill>
              </a:defRPr>
            </a:pPr>
            <a:r>
              <a:t>📊 DATASET CHALLENGE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5,400+ NASA exoplanets - sparse measurements</a:t>
            </a:r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Missing mass/radius from transit bias</a:t>
            </a:r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Golden variables: Rp, Mp, Teq prioritized</a:t>
            </a:r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Iterative imputation using physics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3726" y="4829087"/>
            <a:ext cx="9775" cy="97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1676" y="2205054"/>
            <a:ext cx="21594" cy="215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103037" y="2373779"/>
            <a:ext cx="35653" cy="356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64187" y="2821697"/>
            <a:ext cx="36367" cy="363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953363" y="1426443"/>
            <a:ext cx="31911" cy="319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84127" y="2674415"/>
            <a:ext cx="27321" cy="273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17093" y="4404267"/>
            <a:ext cx="34043" cy="340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21361" y="4312631"/>
            <a:ext cx="21818" cy="218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4596" y="4965748"/>
            <a:ext cx="15057" cy="150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4753" y="3682741"/>
            <a:ext cx="32185" cy="321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02967" y="915703"/>
            <a:ext cx="31816" cy="318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93215" y="4217927"/>
            <a:ext cx="18404" cy="184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17227" y="3096555"/>
            <a:ext cx="29477" cy="294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44237" y="2449179"/>
            <a:ext cx="29936" cy="299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91850" y="5288091"/>
            <a:ext cx="16756" cy="167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78247" y="1810864"/>
            <a:ext cx="15036" cy="150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42094" y="2840112"/>
            <a:ext cx="24543" cy="245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30605" y="1976569"/>
            <a:ext cx="16255" cy="162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0491" y="2024266"/>
            <a:ext cx="13067" cy="130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18478" y="3164552"/>
            <a:ext cx="27482" cy="274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81197" y="5901039"/>
            <a:ext cx="15044" cy="150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884787" y="499594"/>
            <a:ext cx="26842" cy="268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648712" y="191676"/>
            <a:ext cx="20976" cy="209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54693" y="6239445"/>
            <a:ext cx="31175" cy="311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853971" y="1983269"/>
            <a:ext cx="18603" cy="186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345753" y="2521711"/>
            <a:ext cx="27960" cy="279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05383" y="6590042"/>
            <a:ext cx="20702" cy="207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43227" y="4577056"/>
            <a:ext cx="9946" cy="99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2359" y="794624"/>
            <a:ext cx="24059" cy="240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478198" y="113384"/>
            <a:ext cx="19079" cy="190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97390" y="5526783"/>
            <a:ext cx="17755" cy="177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28374" y="6418256"/>
            <a:ext cx="31467" cy="314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633428" y="6247154"/>
            <a:ext cx="30855" cy="308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33467" y="4063348"/>
            <a:ext cx="35747" cy="357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87055" y="4180227"/>
            <a:ext cx="29557" cy="295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372517" y="6822645"/>
            <a:ext cx="25238" cy="252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74953" y="6493181"/>
            <a:ext cx="32928" cy="329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65711" y="1336935"/>
            <a:ext cx="17782" cy="177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552017" y="1502515"/>
            <a:ext cx="30585" cy="305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88498" y="4584851"/>
            <a:ext cx="9239" cy="92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262057" y="298849"/>
            <a:ext cx="19126" cy="191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87446" y="157705"/>
            <a:ext cx="20297" cy="202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706176" y="4980332"/>
            <a:ext cx="22077" cy="220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14713" y="5942291"/>
            <a:ext cx="31204" cy="312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167378" y="1259306"/>
            <a:ext cx="25248" cy="252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101144" y="2205504"/>
            <a:ext cx="15102" cy="151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463679" y="2250715"/>
            <a:ext cx="21608" cy="216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645519" y="6733032"/>
            <a:ext cx="14078" cy="140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410126" y="5941942"/>
            <a:ext cx="13307" cy="133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289351" y="5391681"/>
            <a:ext cx="27341" cy="273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754031" y="2928961"/>
            <a:ext cx="17060" cy="170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598375" y="1345325"/>
            <a:ext cx="14701" cy="147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980912" y="2126410"/>
            <a:ext cx="19633" cy="196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3796" y="4600952"/>
            <a:ext cx="34509" cy="345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106862" y="2151397"/>
            <a:ext cx="35704" cy="357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57319" y="4997238"/>
            <a:ext cx="26057" cy="260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555644" y="4414201"/>
            <a:ext cx="36558" cy="365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166879" y="3581962"/>
            <a:ext cx="15985" cy="159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633300" y="1034996"/>
            <a:ext cx="23716" cy="237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944392" y="1165532"/>
            <a:ext cx="21539" cy="215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40203" y="6376515"/>
            <a:ext cx="28521" cy="285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047673" y="992216"/>
            <a:ext cx="33527" cy="335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643254" y="6685714"/>
            <a:ext cx="10388" cy="103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719881" y="6530917"/>
            <a:ext cx="35005" cy="350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250437" y="941493"/>
            <a:ext cx="14975" cy="149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872317" y="474493"/>
            <a:ext cx="28617" cy="286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986533" y="3502488"/>
            <a:ext cx="30515" cy="305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961466" y="5278767"/>
            <a:ext cx="18602" cy="186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846200" y="4998431"/>
            <a:ext cx="34410" cy="344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504917" y="2160759"/>
            <a:ext cx="35603" cy="356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516680" y="4246536"/>
            <a:ext cx="28052" cy="280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133562" y="6790321"/>
            <a:ext cx="35213" cy="352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112032" y="3954871"/>
            <a:ext cx="26206" cy="262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92615" y="4689048"/>
            <a:ext cx="18339" cy="183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854783" y="296096"/>
            <a:ext cx="23851" cy="238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920529" y="852634"/>
            <a:ext cx="18791" cy="187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5172" y="5113842"/>
            <a:ext cx="29223" cy="292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757244" y="1544363"/>
            <a:ext cx="18555" cy="185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469921" y="3227712"/>
            <a:ext cx="24490" cy="244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803687" y="6234719"/>
            <a:ext cx="30366" cy="303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275765" y="2754566"/>
            <a:ext cx="17576" cy="175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889080" y="1603189"/>
            <a:ext cx="16152" cy="161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7718413" y="4215601"/>
            <a:ext cx="10715" cy="107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451154" y="3323744"/>
            <a:ext cx="12269" cy="122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199990" y="5007066"/>
            <a:ext cx="16848" cy="168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856110" y="946929"/>
            <a:ext cx="27185" cy="271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601804" y="516704"/>
            <a:ext cx="21992" cy="219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817316" y="3762813"/>
            <a:ext cx="21624" cy="216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270465" y="842362"/>
            <a:ext cx="12623" cy="126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5161385" y="1052480"/>
            <a:ext cx="25976" cy="259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078439" y="6647857"/>
            <a:ext cx="29997" cy="299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387094" y="192636"/>
            <a:ext cx="18119" cy="181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210015" y="5887508"/>
            <a:ext cx="15700" cy="157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691811" y="1148793"/>
            <a:ext cx="25705" cy="257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6326850" y="6658430"/>
            <a:ext cx="11935" cy="119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621004" y="107175"/>
            <a:ext cx="23380" cy="233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7536676" y="3320460"/>
            <a:ext cx="24798" cy="247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194447" y="2844414"/>
            <a:ext cx="16897" cy="168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3558488" y="5208924"/>
            <a:ext cx="24750" cy="247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442411" y="2202937"/>
            <a:ext cx="16856" cy="168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🧠 MODEL EVOLUTION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Logistic Regression baseline (87%)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Random Forest non-linear boost (92%)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XGBoost optimized precision (98.4%)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Each step justified scientifically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63854" y="5609192"/>
            <a:ext cx="25690" cy="256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60446" y="3847681"/>
            <a:ext cx="32816" cy="328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797689" y="6011483"/>
            <a:ext cx="35177" cy="351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1453" y="1768253"/>
            <a:ext cx="25308" cy="253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08654" y="4011225"/>
            <a:ext cx="23042" cy="230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998553" y="4496539"/>
            <a:ext cx="16878" cy="168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14123" y="5595424"/>
            <a:ext cx="27477" cy="274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71858" y="1358748"/>
            <a:ext cx="13494" cy="134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39057" y="2735579"/>
            <a:ext cx="23802" cy="238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81022" y="5466692"/>
            <a:ext cx="13274" cy="132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30595" y="6780036"/>
            <a:ext cx="16087" cy="160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87883" y="2165907"/>
            <a:ext cx="25252" cy="252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4255" y="3035881"/>
            <a:ext cx="27718" cy="277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0129" y="5504231"/>
            <a:ext cx="22116" cy="221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62367" y="6220153"/>
            <a:ext cx="33742" cy="337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66204" y="4881412"/>
            <a:ext cx="10871" cy="108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8192" y="3443717"/>
            <a:ext cx="28222" cy="282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236519" y="1287510"/>
            <a:ext cx="32702" cy="327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72569" y="5012945"/>
            <a:ext cx="21496" cy="214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55935" y="5381631"/>
            <a:ext cx="10816" cy="108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85518" y="5912078"/>
            <a:ext cx="30256" cy="302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69124" y="1269108"/>
            <a:ext cx="25902" cy="259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35789" y="4718430"/>
            <a:ext cx="25347" cy="253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5502" y="6674169"/>
            <a:ext cx="16883" cy="168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65432" y="1049516"/>
            <a:ext cx="22098" cy="220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11994" y="1340895"/>
            <a:ext cx="27913" cy="279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00988" y="4360655"/>
            <a:ext cx="22319" cy="223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53090" y="2520376"/>
            <a:ext cx="16896" cy="168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646874" y="3929949"/>
            <a:ext cx="23160" cy="231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665492" y="1495875"/>
            <a:ext cx="24519" cy="245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74412" y="1099650"/>
            <a:ext cx="19923" cy="199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40253" y="2023947"/>
            <a:ext cx="15145" cy="151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199393" y="1114821"/>
            <a:ext cx="30885" cy="308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008815" y="1407070"/>
            <a:ext cx="20397" cy="203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840856" y="211888"/>
            <a:ext cx="29066" cy="290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97601" y="4227269"/>
            <a:ext cx="13722" cy="137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93169" y="2536355"/>
            <a:ext cx="32928" cy="329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320396" y="2347178"/>
            <a:ext cx="32093" cy="320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32998" y="2501991"/>
            <a:ext cx="28041" cy="280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036548" y="808599"/>
            <a:ext cx="24716" cy="247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324132" y="2505329"/>
            <a:ext cx="27876" cy="278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654013" y="6370891"/>
            <a:ext cx="20417" cy="204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340498" y="3338152"/>
            <a:ext cx="15349" cy="153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02446" y="4176049"/>
            <a:ext cx="11489" cy="114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16405" y="289780"/>
            <a:ext cx="16345" cy="163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978477" y="6226049"/>
            <a:ext cx="9473" cy="9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116453" y="2095803"/>
            <a:ext cx="30841" cy="308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96334" y="3922279"/>
            <a:ext cx="26439" cy="264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32533" y="1829176"/>
            <a:ext cx="35929" cy="359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008379" y="4588548"/>
            <a:ext cx="11596" cy="115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313155" y="2405795"/>
            <a:ext cx="20201" cy="202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857919" y="704275"/>
            <a:ext cx="13332" cy="133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568355" y="4149659"/>
            <a:ext cx="29799" cy="297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627761" y="3870503"/>
            <a:ext cx="11124" cy="111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29000" y="2765994"/>
            <a:ext cx="24519" cy="245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926092" y="801486"/>
            <a:ext cx="20450" cy="204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849530" y="3158767"/>
            <a:ext cx="25581" cy="255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54655" y="4613892"/>
            <a:ext cx="20443" cy="204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232470" y="4896870"/>
            <a:ext cx="29967" cy="299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136692" y="4213603"/>
            <a:ext cx="33842" cy="338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392929" y="6627230"/>
            <a:ext cx="16562" cy="165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550830" y="4515"/>
            <a:ext cx="28376" cy="283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388828" y="2777307"/>
            <a:ext cx="13040" cy="130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155950" y="1028269"/>
            <a:ext cx="15026" cy="150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357451" y="5950960"/>
            <a:ext cx="14041" cy="140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581921" y="984187"/>
            <a:ext cx="9987" cy="99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082942" y="3117860"/>
            <a:ext cx="11647" cy="116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851867" y="1214962"/>
            <a:ext cx="10286" cy="102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306094" y="596250"/>
            <a:ext cx="22126" cy="221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792174" y="845091"/>
            <a:ext cx="32004" cy="320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390435" y="1357720"/>
            <a:ext cx="20406" cy="204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64271" y="2909585"/>
            <a:ext cx="9647" cy="96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216201" y="3237260"/>
            <a:ext cx="34166" cy="341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886323" y="2605945"/>
            <a:ext cx="12882" cy="128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948979" y="5674033"/>
            <a:ext cx="19278" cy="192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5096415" y="5490958"/>
            <a:ext cx="10304" cy="103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725881" y="3286151"/>
            <a:ext cx="32769" cy="327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07953" y="2117221"/>
            <a:ext cx="22259" cy="222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596012" y="4229504"/>
            <a:ext cx="14613" cy="146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5033331" y="97892"/>
            <a:ext cx="28100" cy="281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487419" y="5264049"/>
            <a:ext cx="9707" cy="97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599853" y="2941647"/>
            <a:ext cx="12403" cy="124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623937" y="4174762"/>
            <a:ext cx="9897" cy="98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713750" y="4804362"/>
            <a:ext cx="11546" cy="115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4790064" y="5870559"/>
            <a:ext cx="9445" cy="94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442218" y="915059"/>
            <a:ext cx="19774" cy="197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566850" y="6799003"/>
            <a:ext cx="22573" cy="225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5092156" y="2110779"/>
            <a:ext cx="25694" cy="256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800880" y="4960134"/>
            <a:ext cx="16866" cy="168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562279" y="5723207"/>
            <a:ext cx="25499" cy="254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249436" y="3180179"/>
            <a:ext cx="15136" cy="151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72066" y="323702"/>
            <a:ext cx="29672" cy="296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986416" y="1590823"/>
            <a:ext cx="10598" cy="105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825713" y="4417427"/>
            <a:ext cx="24671" cy="246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9107399" y="6527680"/>
            <a:ext cx="15632" cy="156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421023" y="1170093"/>
            <a:ext cx="26521" cy="265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947824" y="1764513"/>
            <a:ext cx="33443" cy="334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665792" y="1570969"/>
            <a:ext cx="25432" cy="254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3319503" y="6460881"/>
            <a:ext cx="21428" cy="214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2593732" y="3667024"/>
            <a:ext cx="27855" cy="278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196F3"/>
                </a:solidFill>
              </a:defRPr>
            </a:pPr>
            <a:r>
              <a:t>📈 STATISTICAL VALIDATION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McNemar's test: p&lt;0.001 significance</a:t>
            </a:r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10-fold cross-validation stability</a:t>
            </a:r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No data leakage detected</a:t>
            </a:r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XGBoost provably superior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93851" y="3275704"/>
            <a:ext cx="17037" cy="170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432320" y="2288291"/>
            <a:ext cx="29048" cy="290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331102" y="549143"/>
            <a:ext cx="27407" cy="274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22320" y="2037583"/>
            <a:ext cx="34617" cy="346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40039" y="6559918"/>
            <a:ext cx="27071" cy="270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79078" y="14059"/>
            <a:ext cx="18094" cy="180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65573" y="1049477"/>
            <a:ext cx="33117" cy="331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35261" y="1983475"/>
            <a:ext cx="13369" cy="133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39013" y="2485891"/>
            <a:ext cx="30641" cy="306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88303" y="3467229"/>
            <a:ext cx="14773" cy="147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6601" y="3450075"/>
            <a:ext cx="30720" cy="307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81991" y="4868543"/>
            <a:ext cx="14467" cy="144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33219" y="3709079"/>
            <a:ext cx="19295" cy="192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623380" y="585377"/>
            <a:ext cx="20937" cy="209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26631" y="3469743"/>
            <a:ext cx="36159" cy="361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184" y="161319"/>
            <a:ext cx="16222" cy="162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045152" y="5404738"/>
            <a:ext cx="22960" cy="229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00096" y="4896451"/>
            <a:ext cx="9189" cy="91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6236" y="1692328"/>
            <a:ext cx="32023" cy="320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62904" y="1484138"/>
            <a:ext cx="13413" cy="134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16960" y="1008708"/>
            <a:ext cx="35397" cy="353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85301" y="3403145"/>
            <a:ext cx="27252" cy="272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257658" y="4619675"/>
            <a:ext cx="11758" cy="117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4431" y="5056597"/>
            <a:ext cx="21817" cy="218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81330" y="6105542"/>
            <a:ext cx="33629" cy="336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76409" y="1968455"/>
            <a:ext cx="24962" cy="249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08013" y="5411261"/>
            <a:ext cx="24585" cy="245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959529" y="852370"/>
            <a:ext cx="33510" cy="335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6251" y="3585720"/>
            <a:ext cx="16559" cy="165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02837" y="1400476"/>
            <a:ext cx="11089" cy="110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71629" y="4422921"/>
            <a:ext cx="14975" cy="149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58303" y="2116715"/>
            <a:ext cx="35033" cy="350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337362" y="2850993"/>
            <a:ext cx="13059" cy="130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26977" y="3900454"/>
            <a:ext cx="10712" cy="107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53956" y="6138927"/>
            <a:ext cx="26042" cy="260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273628" y="3462142"/>
            <a:ext cx="21380" cy="213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125801" y="2398730"/>
            <a:ext cx="9541" cy="95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816084" y="798451"/>
            <a:ext cx="26449" cy="264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788331" y="5111230"/>
            <a:ext cx="30637" cy="306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24014" y="2955839"/>
            <a:ext cx="13133" cy="131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350663" y="891746"/>
            <a:ext cx="13852" cy="138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992225" y="5520294"/>
            <a:ext cx="24798" cy="247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374144" y="4184890"/>
            <a:ext cx="29160" cy="291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896036" y="1917926"/>
            <a:ext cx="31517" cy="315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772299" y="55871"/>
            <a:ext cx="12301" cy="123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220596" y="4986814"/>
            <a:ext cx="18360" cy="183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719034" y="414167"/>
            <a:ext cx="21712" cy="217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670558" y="2162085"/>
            <a:ext cx="29403" cy="294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804296" y="5076645"/>
            <a:ext cx="35665" cy="356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453595" y="4572063"/>
            <a:ext cx="27232" cy="272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529044" y="3791521"/>
            <a:ext cx="18020" cy="180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64527" y="3435836"/>
            <a:ext cx="9960" cy="99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907201" y="4121054"/>
            <a:ext cx="35229" cy="352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768551" y="5271782"/>
            <a:ext cx="29374" cy="293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222192" y="5803444"/>
            <a:ext cx="10841" cy="108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032616" y="2614252"/>
            <a:ext cx="26680" cy="266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502728" y="3555070"/>
            <a:ext cx="9398" cy="93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994891" y="4059525"/>
            <a:ext cx="27424" cy="274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140727" y="304207"/>
            <a:ext cx="14805" cy="148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046267" y="1259749"/>
            <a:ext cx="17394" cy="173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559316" y="3428323"/>
            <a:ext cx="18727" cy="187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272251" y="3859235"/>
            <a:ext cx="35896" cy="358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425819" y="3711242"/>
            <a:ext cx="9814" cy="98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11780" y="1471421"/>
            <a:ext cx="19045" cy="190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60448" y="2427910"/>
            <a:ext cx="24848" cy="248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725111" y="945519"/>
            <a:ext cx="11077" cy="110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372353" y="6840610"/>
            <a:ext cx="17984" cy="179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15797" y="2309884"/>
            <a:ext cx="10231" cy="102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685416" y="2710766"/>
            <a:ext cx="30822" cy="308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304274" y="5358719"/>
            <a:ext cx="9783" cy="97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433719" y="4166798"/>
            <a:ext cx="30616" cy="306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15661" y="2073088"/>
            <a:ext cx="9785" cy="97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930946" y="4406408"/>
            <a:ext cx="23363" cy="233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757528" y="6351163"/>
            <a:ext cx="13226" cy="132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620380" y="546035"/>
            <a:ext cx="29174" cy="291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847816" y="212038"/>
            <a:ext cx="35486" cy="354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782465" y="4077711"/>
            <a:ext cx="11598" cy="115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249517" y="3755710"/>
            <a:ext cx="36336" cy="363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89538" y="3004405"/>
            <a:ext cx="29798" cy="297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50260" y="1311363"/>
            <a:ext cx="9458" cy="94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42091" y="121704"/>
            <a:ext cx="15397" cy="153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907790" y="1008332"/>
            <a:ext cx="31800" cy="318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4027359" y="3946067"/>
            <a:ext cx="22060" cy="220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576901" y="1738135"/>
            <a:ext cx="19017" cy="190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94667" y="1337914"/>
            <a:ext cx="11363" cy="113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130799" y="5394311"/>
            <a:ext cx="27965" cy="279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4723525" y="1947297"/>
            <a:ext cx="17751" cy="177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699088" y="3695979"/>
            <a:ext cx="30153" cy="301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49077" y="3204820"/>
            <a:ext cx="19423" cy="194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801352" y="3190988"/>
            <a:ext cx="19648" cy="196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243787" y="4431316"/>
            <a:ext cx="29158" cy="291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263417" y="5829248"/>
            <a:ext cx="27921" cy="279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8396262" y="5495646"/>
            <a:ext cx="16682" cy="166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426816" y="5027869"/>
            <a:ext cx="33647" cy="336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430533" y="2625187"/>
            <a:ext cx="31627" cy="316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806134" y="4579792"/>
            <a:ext cx="34721" cy="347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467074" y="5657393"/>
            <a:ext cx="10529" cy="105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968831" y="1039635"/>
            <a:ext cx="17540" cy="175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053740" y="5190059"/>
            <a:ext cx="30754" cy="307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156737" y="1546144"/>
            <a:ext cx="32173" cy="321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44336"/>
                </a:solidFill>
              </a:defRPr>
            </a:pPr>
            <a:r>
              <a:t>🎯 HSI MATHEMATICS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HSI = 100 × e^(-D) from Earth baseline</a:t>
            </a:r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D = √[Σwi(Xi-XEarth,i)²]</a:t>
            </a:r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Quantifies Goldilocks Zone precisely</a:t>
            </a:r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Smooth input-output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704587" y="757776"/>
            <a:ext cx="22645" cy="226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63493" y="4936119"/>
            <a:ext cx="36334" cy="363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925203" y="6397347"/>
            <a:ext cx="21528" cy="215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24823" y="4019714"/>
            <a:ext cx="15320" cy="153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803452" y="5594187"/>
            <a:ext cx="32912" cy="329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3943" y="2038277"/>
            <a:ext cx="22939" cy="229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159308" y="2167545"/>
            <a:ext cx="16655" cy="166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22986" y="3417108"/>
            <a:ext cx="25885" cy="258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40663" y="3428087"/>
            <a:ext cx="29708" cy="297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2691" y="3458344"/>
            <a:ext cx="11940" cy="119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01297" y="1990269"/>
            <a:ext cx="24324" cy="243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72387" y="3359716"/>
            <a:ext cx="19738" cy="197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39619" y="4493688"/>
            <a:ext cx="30650" cy="306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83798" y="3776736"/>
            <a:ext cx="17517" cy="175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6461" y="1374637"/>
            <a:ext cx="17037" cy="170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27369" y="5646036"/>
            <a:ext cx="10851" cy="108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6598" y="1230821"/>
            <a:ext cx="19974" cy="199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788150" y="91810"/>
            <a:ext cx="18448" cy="184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68262" y="5093785"/>
            <a:ext cx="19570" cy="195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91060" y="1967666"/>
            <a:ext cx="13752" cy="137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078941" y="1979311"/>
            <a:ext cx="32142" cy="321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865448" y="6164739"/>
            <a:ext cx="19959" cy="199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3881" y="1948920"/>
            <a:ext cx="10120" cy="101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81358" y="3610880"/>
            <a:ext cx="9749" cy="97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896004" y="3214411"/>
            <a:ext cx="12094" cy="120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86519" y="4253723"/>
            <a:ext cx="29910" cy="299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6904" y="1389821"/>
            <a:ext cx="20780" cy="207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39861" y="5928632"/>
            <a:ext cx="32455" cy="324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749775" y="6224322"/>
            <a:ext cx="32294" cy="322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62943" y="1129994"/>
            <a:ext cx="11844" cy="118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266993" y="2028568"/>
            <a:ext cx="19661" cy="196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51438" y="6493485"/>
            <a:ext cx="31823" cy="318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65962" y="5544000"/>
            <a:ext cx="27599" cy="275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944809" y="3751593"/>
            <a:ext cx="24115" cy="241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749466" y="5650534"/>
            <a:ext cx="11163" cy="111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894819" y="1846725"/>
            <a:ext cx="22971" cy="229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232930" y="747941"/>
            <a:ext cx="10905" cy="109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119822" y="1990658"/>
            <a:ext cx="10780" cy="107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5789" y="80360"/>
            <a:ext cx="33124" cy="331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655391" y="4693348"/>
            <a:ext cx="16674" cy="166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947981" y="1806298"/>
            <a:ext cx="31363" cy="313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50455" y="3980470"/>
            <a:ext cx="25909" cy="259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087537" y="4231420"/>
            <a:ext cx="35749" cy="357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584927" y="5500454"/>
            <a:ext cx="23381" cy="233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627366" y="3546077"/>
            <a:ext cx="25830" cy="258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65544" y="6235218"/>
            <a:ext cx="32594" cy="325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75316" y="2241869"/>
            <a:ext cx="25424" cy="254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947369" y="441991"/>
            <a:ext cx="29867" cy="298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188652" y="6365610"/>
            <a:ext cx="33836" cy="338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390747" y="1560158"/>
            <a:ext cx="19443" cy="194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50869" y="1437176"/>
            <a:ext cx="20259" cy="202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97205" y="3006646"/>
            <a:ext cx="9384" cy="93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257880" y="1568978"/>
            <a:ext cx="17561" cy="175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365935" y="1287657"/>
            <a:ext cx="13639" cy="136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761121" y="1010948"/>
            <a:ext cx="19124" cy="191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951133" y="33057"/>
            <a:ext cx="28878" cy="288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750049" y="4565620"/>
            <a:ext cx="25435" cy="254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209950" y="6766217"/>
            <a:ext cx="21326" cy="213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681037" y="2203518"/>
            <a:ext cx="24687" cy="246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686828" y="927657"/>
            <a:ext cx="32791" cy="327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837502" y="3328653"/>
            <a:ext cx="21999" cy="219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227271" y="1767600"/>
            <a:ext cx="35071" cy="350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215663" y="2446040"/>
            <a:ext cx="9317" cy="93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78824" y="3679088"/>
            <a:ext cx="34325" cy="343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537315" y="2094536"/>
            <a:ext cx="18852" cy="188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007704" y="2577104"/>
            <a:ext cx="29834" cy="298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3368679" y="6785909"/>
            <a:ext cx="35764" cy="357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216325" y="517399"/>
            <a:ext cx="24521" cy="245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545464" y="1625725"/>
            <a:ext cx="32100" cy="321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828730" y="221112"/>
            <a:ext cx="17624" cy="176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7722621" y="1829742"/>
            <a:ext cx="32988" cy="329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142132" y="5369273"/>
            <a:ext cx="17079" cy="170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074750" y="2743758"/>
            <a:ext cx="17709" cy="177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789760" y="4181273"/>
            <a:ext cx="20167" cy="201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04681" y="5900588"/>
            <a:ext cx="20408" cy="204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666385" y="6517657"/>
            <a:ext cx="29910" cy="299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71282" y="1482589"/>
            <a:ext cx="15754" cy="157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053311" y="6586990"/>
            <a:ext cx="23862" cy="238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798353" y="3091266"/>
            <a:ext cx="27341" cy="273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350059" y="3427226"/>
            <a:ext cx="22634" cy="226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195100" y="2093222"/>
            <a:ext cx="27124" cy="271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930262" y="371477"/>
            <a:ext cx="22322" cy="223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7321053" y="2421268"/>
            <a:ext cx="35513" cy="355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414231" y="4711320"/>
            <a:ext cx="12342" cy="123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402476" y="3549193"/>
            <a:ext cx="30303" cy="303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5298650" y="5070789"/>
            <a:ext cx="30429" cy="304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4542794" y="1192066"/>
            <a:ext cx="21152" cy="211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522887" y="843315"/>
            <a:ext cx="35586" cy="355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018548" y="4998806"/>
            <a:ext cx="14241" cy="142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76307" y="6512017"/>
            <a:ext cx="33419" cy="334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018750" y="1375698"/>
            <a:ext cx="10267" cy="102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150621" y="5140808"/>
            <a:ext cx="27178" cy="271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902913" y="1085231"/>
            <a:ext cx="21693" cy="216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2131067" y="374621"/>
            <a:ext cx="10408" cy="104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2646921" y="5562439"/>
            <a:ext cx="27897" cy="278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135003" y="1006401"/>
            <a:ext cx="17399" cy="173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889480" y="4859957"/>
            <a:ext cx="10462" cy="10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385474" y="4282236"/>
            <a:ext cx="29137" cy="291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527303" y="1976844"/>
            <a:ext cx="9948" cy="99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472504" y="6728950"/>
            <a:ext cx="29507" cy="295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🏗️ PRODUCTION ARCHITECTURE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Flask REST API + Gunicorn WSGI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Pickle model serialization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Render Cloud deployment (99.9% uptime)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&lt;200ms inference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23897" y="4202841"/>
            <a:ext cx="31998" cy="319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059682" y="5450814"/>
            <a:ext cx="31923" cy="319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15340" y="2971515"/>
            <a:ext cx="21422" cy="214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79120" y="4171203"/>
            <a:ext cx="17827" cy="178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95696" y="5298218"/>
            <a:ext cx="11999" cy="119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9" y="2380760"/>
            <a:ext cx="17524" cy="175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96444" y="1574926"/>
            <a:ext cx="24915" cy="249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497507" y="379823"/>
            <a:ext cx="29721" cy="297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1509" y="6540810"/>
            <a:ext cx="26803" cy="268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46507" y="4418997"/>
            <a:ext cx="34473" cy="34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04748" y="2812563"/>
            <a:ext cx="29909" cy="299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67798" y="2475833"/>
            <a:ext cx="24516" cy="245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558" y="1573520"/>
            <a:ext cx="14624" cy="146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84105" y="281921"/>
            <a:ext cx="20206" cy="202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69677" y="4724856"/>
            <a:ext cx="30724" cy="307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85413" y="1793387"/>
            <a:ext cx="27816" cy="278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76581" y="3732497"/>
            <a:ext cx="33610" cy="336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6863" y="1580576"/>
            <a:ext cx="31807" cy="318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4637" y="4067354"/>
            <a:ext cx="12496" cy="124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28161" y="5660690"/>
            <a:ext cx="9372" cy="93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47295" y="377006"/>
            <a:ext cx="35543" cy="355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67790" y="53016"/>
            <a:ext cx="24100" cy="241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14313" y="4712560"/>
            <a:ext cx="15399" cy="153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34446" y="219339"/>
            <a:ext cx="11901" cy="119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40928" y="4792635"/>
            <a:ext cx="28490" cy="284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98623" y="5012933"/>
            <a:ext cx="21908" cy="219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7937" y="4548961"/>
            <a:ext cx="16647" cy="166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349040" y="5227896"/>
            <a:ext cx="18244" cy="182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45905" y="5630068"/>
            <a:ext cx="28843" cy="288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3184" y="2408354"/>
            <a:ext cx="20866" cy="208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29092" y="1853470"/>
            <a:ext cx="33227" cy="332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33692" y="1663362"/>
            <a:ext cx="21153" cy="211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288680" y="3111796"/>
            <a:ext cx="18986" cy="189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323629" y="4589604"/>
            <a:ext cx="25836" cy="258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58744" y="5174794"/>
            <a:ext cx="30425" cy="304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942418" y="3261198"/>
            <a:ext cx="17970" cy="179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97638" y="6026492"/>
            <a:ext cx="35852" cy="358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720793" y="5692020"/>
            <a:ext cx="15429" cy="154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414378" y="11677"/>
            <a:ext cx="15900" cy="159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243301" y="5796647"/>
            <a:ext cx="19992" cy="199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25226" y="1853933"/>
            <a:ext cx="11654" cy="116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22387" y="3269544"/>
            <a:ext cx="21594" cy="215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250573" y="46439"/>
            <a:ext cx="19937" cy="199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242493" y="2055214"/>
            <a:ext cx="9300" cy="93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683163" y="4433259"/>
            <a:ext cx="23485" cy="234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86256" y="5048788"/>
            <a:ext cx="24240" cy="242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395480" y="62519"/>
            <a:ext cx="18998" cy="189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664296" y="656150"/>
            <a:ext cx="13476" cy="134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302210" y="5978787"/>
            <a:ext cx="29138" cy="291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831363" y="1275552"/>
            <a:ext cx="29487" cy="294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133889" y="5748793"/>
            <a:ext cx="25379" cy="253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607740" y="2839374"/>
            <a:ext cx="24944" cy="249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256113" y="2862457"/>
            <a:ext cx="18081" cy="180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572290" y="6617071"/>
            <a:ext cx="10551" cy="105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286056" y="6047136"/>
            <a:ext cx="22719" cy="227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36398" y="5174212"/>
            <a:ext cx="34199" cy="341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414911" y="2995209"/>
            <a:ext cx="19484" cy="194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210378" y="4814128"/>
            <a:ext cx="27567" cy="275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337730" y="1701636"/>
            <a:ext cx="31210" cy="312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889209" y="1855570"/>
            <a:ext cx="23585" cy="235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912882" y="6258044"/>
            <a:ext cx="34497" cy="344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97484" y="90382"/>
            <a:ext cx="12462" cy="124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466223" y="4024266"/>
            <a:ext cx="30473" cy="30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858549" y="952704"/>
            <a:ext cx="25604" cy="256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874349" y="6733861"/>
            <a:ext cx="32678" cy="326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545327" y="4086424"/>
            <a:ext cx="21211" cy="212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940885" y="515279"/>
            <a:ext cx="13469" cy="134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181971" y="1716490"/>
            <a:ext cx="15895" cy="158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209058" y="612648"/>
            <a:ext cx="18949" cy="189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430357" y="4660686"/>
            <a:ext cx="17981" cy="179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635044" y="4628171"/>
            <a:ext cx="14813" cy="148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60676" y="4236887"/>
            <a:ext cx="32985" cy="329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500527" y="1834111"/>
            <a:ext cx="14851" cy="148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141665" y="640851"/>
            <a:ext cx="25702" cy="257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355443" y="4012338"/>
            <a:ext cx="20189" cy="201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006670" y="899519"/>
            <a:ext cx="30525" cy="305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64308" y="5551562"/>
            <a:ext cx="34911" cy="349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63040" y="4918786"/>
            <a:ext cx="31099" cy="310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5429593" y="3900226"/>
            <a:ext cx="21499" cy="214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561642" y="3496003"/>
            <a:ext cx="32146" cy="321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272255" y="3787798"/>
            <a:ext cx="29143" cy="291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624156" y="4379684"/>
            <a:ext cx="27613" cy="276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209917" y="5215732"/>
            <a:ext cx="29848" cy="298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142774" y="3110794"/>
            <a:ext cx="13492" cy="134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854578" y="2530702"/>
            <a:ext cx="9658" cy="96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766937" y="5471097"/>
            <a:ext cx="32379" cy="323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42569" y="3689843"/>
            <a:ext cx="19618" cy="196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5107660" y="1896100"/>
            <a:ext cx="13048" cy="130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695834" y="618524"/>
            <a:ext cx="23049" cy="230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3688308" y="6601980"/>
            <a:ext cx="18166" cy="181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244012" y="5889353"/>
            <a:ext cx="34116" cy="341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647282" y="6379493"/>
            <a:ext cx="23531" cy="235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8533294" y="894057"/>
            <a:ext cx="27288" cy="272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212500" y="3586811"/>
            <a:ext cx="22251" cy="222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626374" y="3413663"/>
            <a:ext cx="33157" cy="331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4167044" y="5918775"/>
            <a:ext cx="27811" cy="278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123910" y="6491340"/>
            <a:ext cx="17559" cy="175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811760" y="6413401"/>
            <a:ext cx="12446" cy="124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884794" y="2267309"/>
            <a:ext cx="29976" cy="299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188344" y="1283457"/>
            <a:ext cx="25428" cy="254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🔬 RESEARCH LABORATORY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Streamlit discovery dashboard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Glassmorphism command center UI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Automated Planetary Passport PDFs</a:t>
            </a:r>
          </a:p>
          <a:p>
            <a:pPr>
              <a:spcAft>
                <a:spcPts val="800"/>
              </a:spcAft>
              <a:defRPr sz="2400">
                <a:solidFill>
                  <a:srgbClr val="FF9800"/>
                </a:solidFill>
              </a:defRPr>
            </a:pPr>
            <a:r>
              <a:t>• Real-time orbital band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133043" y="233447"/>
            <a:ext cx="11765" cy="117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58688" y="2052014"/>
            <a:ext cx="31496" cy="314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45746" y="3045473"/>
            <a:ext cx="28546" cy="285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82765" y="1651397"/>
            <a:ext cx="21481" cy="214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60370" y="10026"/>
            <a:ext cx="28873" cy="288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10927" y="1702318"/>
            <a:ext cx="19313" cy="193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95616" y="5288948"/>
            <a:ext cx="21606" cy="216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34946" y="5522033"/>
            <a:ext cx="22445" cy="224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09103" y="39554"/>
            <a:ext cx="26578" cy="265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3532" y="5329153"/>
            <a:ext cx="29784" cy="297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44048" y="749667"/>
            <a:ext cx="28264" cy="282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4715" y="414980"/>
            <a:ext cx="27905" cy="279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174742" y="439015"/>
            <a:ext cx="12979" cy="129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86775" y="5479657"/>
            <a:ext cx="23319" cy="233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73511" y="2171871"/>
            <a:ext cx="21767" cy="217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83920" y="5542553"/>
            <a:ext cx="24042" cy="240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96497" y="3215628"/>
            <a:ext cx="22166" cy="221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6302" y="1900065"/>
            <a:ext cx="26922" cy="269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899766" y="873319"/>
            <a:ext cx="12120" cy="121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99404" y="1063137"/>
            <a:ext cx="25137" cy="251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3501" y="6844654"/>
            <a:ext cx="11117" cy="111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14379" y="6469234"/>
            <a:ext cx="11324" cy="113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904035" y="5771068"/>
            <a:ext cx="15321" cy="153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64541" y="2991538"/>
            <a:ext cx="28541" cy="285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47209" y="5041072"/>
            <a:ext cx="11538" cy="115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779843" y="2882712"/>
            <a:ext cx="34225" cy="342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89490" y="169868"/>
            <a:ext cx="12661" cy="126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75402" y="968262"/>
            <a:ext cx="10199" cy="101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69967" y="3520751"/>
            <a:ext cx="34480" cy="344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16262" y="5612744"/>
            <a:ext cx="19210" cy="192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53124" y="2667064"/>
            <a:ext cx="24453" cy="244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34332" y="6250686"/>
            <a:ext cx="19791" cy="197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102402" y="2617254"/>
            <a:ext cx="12961" cy="129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48509" y="6488572"/>
            <a:ext cx="18088" cy="180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7837" y="2831758"/>
            <a:ext cx="20526" cy="205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03717" y="158931"/>
            <a:ext cx="36018" cy="360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949835" y="1250757"/>
            <a:ext cx="20315" cy="203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39081" y="742345"/>
            <a:ext cx="26364" cy="263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47215" y="4682022"/>
            <a:ext cx="28031" cy="280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569645" y="580710"/>
            <a:ext cx="23370" cy="233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433662" y="1208823"/>
            <a:ext cx="23573" cy="235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3304" y="1291229"/>
            <a:ext cx="24636" cy="246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356472" y="5275537"/>
            <a:ext cx="21819" cy="218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890375" y="1962317"/>
            <a:ext cx="20147" cy="201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720426" y="1425647"/>
            <a:ext cx="20931" cy="209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306332" y="2110942"/>
            <a:ext cx="34410" cy="344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857465" y="174284"/>
            <a:ext cx="29697" cy="296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271576" y="3473142"/>
            <a:ext cx="25849" cy="258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394354" y="3782586"/>
            <a:ext cx="36223" cy="362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966656" y="28805"/>
            <a:ext cx="32283" cy="322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99039" y="2979663"/>
            <a:ext cx="21276" cy="212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617756" y="912357"/>
            <a:ext cx="24588" cy="245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624906" y="5748000"/>
            <a:ext cx="16164" cy="161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703285" y="6648426"/>
            <a:ext cx="18504" cy="185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958562" y="1849920"/>
            <a:ext cx="10095" cy="100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7650" y="649242"/>
            <a:ext cx="29225" cy="292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05279" y="964528"/>
            <a:ext cx="13295" cy="132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375222" y="5034491"/>
            <a:ext cx="12320" cy="123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966282" y="144713"/>
            <a:ext cx="36154" cy="361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94129" y="1765160"/>
            <a:ext cx="14676" cy="146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768305" y="6680027"/>
            <a:ext cx="16320" cy="163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07762" y="2246929"/>
            <a:ext cx="36315" cy="363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250853" y="1237735"/>
            <a:ext cx="35069" cy="350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49434" y="1628637"/>
            <a:ext cx="19216" cy="192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923492" y="3652983"/>
            <a:ext cx="24518" cy="245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3329536" y="2324560"/>
            <a:ext cx="22520" cy="225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681757" y="2405742"/>
            <a:ext cx="20993" cy="209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384897" y="6347455"/>
            <a:ext cx="25817" cy="258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698004" y="2475473"/>
            <a:ext cx="14956" cy="149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389237" y="1312032"/>
            <a:ext cx="20759" cy="207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246905" y="3876822"/>
            <a:ext cx="33685" cy="336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134941" y="5931078"/>
            <a:ext cx="11872" cy="118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309436" y="2704941"/>
            <a:ext cx="21014" cy="210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551856" y="442725"/>
            <a:ext cx="17630" cy="176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996438" y="6063720"/>
            <a:ext cx="28181" cy="281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247439" y="6542232"/>
            <a:ext cx="11027" cy="110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796100" y="390501"/>
            <a:ext cx="16794" cy="167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036765" y="3671588"/>
            <a:ext cx="12976" cy="129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414539" y="2978022"/>
            <a:ext cx="18476" cy="184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048292" y="4461079"/>
            <a:ext cx="20109" cy="201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433397" y="4853352"/>
            <a:ext cx="24599" cy="245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087506" y="6354952"/>
            <a:ext cx="13183" cy="131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664577" y="5958508"/>
            <a:ext cx="14369" cy="143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347475" y="3596070"/>
            <a:ext cx="10413" cy="104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186624" y="2168026"/>
            <a:ext cx="36054" cy="360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584371" y="6589675"/>
            <a:ext cx="24467" cy="244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8838640" y="359560"/>
            <a:ext cx="27118" cy="271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2673" y="4959533"/>
            <a:ext cx="24107" cy="241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464405" y="5256930"/>
            <a:ext cx="16377" cy="163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079035" y="39134"/>
            <a:ext cx="17830" cy="178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031573" y="1577711"/>
            <a:ext cx="16991" cy="169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35827" y="6026875"/>
            <a:ext cx="32621" cy="326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09885" y="3375528"/>
            <a:ext cx="29889" cy="298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531897" y="2150750"/>
            <a:ext cx="27055" cy="270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410416" y="2804940"/>
            <a:ext cx="13675" cy="136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6367350" y="386480"/>
            <a:ext cx="36519" cy="365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454324" y="4093381"/>
            <a:ext cx="35103" cy="351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3036113" y="4829611"/>
            <a:ext cx="17872" cy="178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269286" y="5159010"/>
            <a:ext cx="29092" cy="290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3298382" y="5863474"/>
            <a:ext cx="20820" cy="208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196F3"/>
                </a:solidFill>
              </a:defRPr>
            </a:pPr>
            <a:r>
              <a:t>⚗️ FEATURE PHYSICS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Rp, Mp, Teq dominate importance</a:t>
            </a:r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Confirms astrophysical theory</a:t>
            </a:r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Model learned real physics</a:t>
            </a:r>
          </a:p>
          <a:p>
            <a:pPr>
              <a:spcAft>
                <a:spcPts val="800"/>
              </a:spcAft>
              <a:defRPr sz="2400">
                <a:solidFill>
                  <a:srgbClr val="2196F3"/>
                </a:solidFill>
              </a:defRPr>
            </a:pPr>
            <a:r>
              <a:t>• No dataset artifacts detected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0532" y="529376"/>
            <a:ext cx="14969" cy="149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41539" y="2586097"/>
            <a:ext cx="13869" cy="138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02535" y="6807127"/>
            <a:ext cx="25072" cy="250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543" y="2424311"/>
            <a:ext cx="10097" cy="100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08718" y="5969171"/>
            <a:ext cx="17834" cy="178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3557" y="3954310"/>
            <a:ext cx="33562" cy="335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47791" y="5025795"/>
            <a:ext cx="25753" cy="257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84709" y="5676040"/>
            <a:ext cx="27248" cy="272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09895" y="1967690"/>
            <a:ext cx="12900" cy="129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77365" y="4612643"/>
            <a:ext cx="25206" cy="252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40812" y="1162478"/>
            <a:ext cx="26060" cy="260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8653" y="714048"/>
            <a:ext cx="29868" cy="2986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94101" y="1017937"/>
            <a:ext cx="25697" cy="256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34538" y="129329"/>
            <a:ext cx="11340" cy="113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90058" y="5211609"/>
            <a:ext cx="16458" cy="164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15493" y="5875281"/>
            <a:ext cx="29148" cy="291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67917" y="6360709"/>
            <a:ext cx="32165" cy="321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06493" y="2723557"/>
            <a:ext cx="28544" cy="285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20378" y="4803464"/>
            <a:ext cx="10193" cy="101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11633" y="758692"/>
            <a:ext cx="13983" cy="139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44739" y="2626093"/>
            <a:ext cx="26366" cy="263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16369" y="3446628"/>
            <a:ext cx="24361" cy="243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63632" y="2428550"/>
            <a:ext cx="19045" cy="190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406752" y="1127247"/>
            <a:ext cx="13751" cy="137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46213" y="5874631"/>
            <a:ext cx="33163" cy="331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548608" y="3229536"/>
            <a:ext cx="29772" cy="297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022013" y="5131648"/>
            <a:ext cx="9529" cy="95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11464" y="3456630"/>
            <a:ext cx="16151" cy="161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796594" y="4897956"/>
            <a:ext cx="30226" cy="302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61274" y="3632120"/>
            <a:ext cx="26343" cy="263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42525" y="449219"/>
            <a:ext cx="24079" cy="240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695119" y="6276629"/>
            <a:ext cx="20108" cy="201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45257" y="2982902"/>
            <a:ext cx="23994" cy="239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956038" y="1059131"/>
            <a:ext cx="28438" cy="284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12153" y="5953408"/>
            <a:ext cx="35387" cy="353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44965" y="4266108"/>
            <a:ext cx="16730" cy="167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13522" y="6673692"/>
            <a:ext cx="23043" cy="230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54938" y="45562"/>
            <a:ext cx="21885" cy="218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442911" y="3726731"/>
            <a:ext cx="31966" cy="319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106594" y="6243203"/>
            <a:ext cx="32780" cy="327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65594" y="6261938"/>
            <a:ext cx="15688" cy="156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53846" y="2677075"/>
            <a:ext cx="26252" cy="262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171034" y="5085529"/>
            <a:ext cx="27575" cy="275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891804" y="198495"/>
            <a:ext cx="19210" cy="192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496840" y="3247640"/>
            <a:ext cx="32652" cy="326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874625" y="4150785"/>
            <a:ext cx="32562" cy="325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638715" y="4466114"/>
            <a:ext cx="14274" cy="142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980666" y="2748193"/>
            <a:ext cx="35012" cy="350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432226" y="2793950"/>
            <a:ext cx="18677" cy="186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92998" y="2495536"/>
            <a:ext cx="10956" cy="109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418239" y="2357472"/>
            <a:ext cx="12695" cy="126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3140" y="3258601"/>
            <a:ext cx="24360" cy="243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209205" y="1191005"/>
            <a:ext cx="35890" cy="358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20548" y="1275665"/>
            <a:ext cx="26388" cy="263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6642" y="1692151"/>
            <a:ext cx="13214" cy="132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747801" y="6675750"/>
            <a:ext cx="35118" cy="351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450818" y="1234743"/>
            <a:ext cx="10211" cy="102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04798" y="294119"/>
            <a:ext cx="19726" cy="197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99910" y="4414619"/>
            <a:ext cx="11196" cy="111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043440" y="4673752"/>
            <a:ext cx="25302" cy="253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556194" y="2610386"/>
            <a:ext cx="20402" cy="204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768694" y="6472867"/>
            <a:ext cx="14060" cy="140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661092" y="5055920"/>
            <a:ext cx="20018" cy="200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973645" y="499969"/>
            <a:ext cx="14520" cy="145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080103" y="3119518"/>
            <a:ext cx="20283" cy="202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719760" y="770345"/>
            <a:ext cx="32696" cy="326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137992" y="2891593"/>
            <a:ext cx="25006" cy="250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39572" y="1843141"/>
            <a:ext cx="17733" cy="177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940987" y="510022"/>
            <a:ext cx="29781" cy="297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097554" y="2082771"/>
            <a:ext cx="15317" cy="153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821390" y="1085584"/>
            <a:ext cx="35381" cy="353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66109" y="3702328"/>
            <a:ext cx="35473" cy="35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329834" y="523407"/>
            <a:ext cx="28974" cy="289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088998" y="2770079"/>
            <a:ext cx="25356" cy="253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399197" y="1407084"/>
            <a:ext cx="19070" cy="190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7742659" y="2505696"/>
            <a:ext cx="23534" cy="235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674414" y="5692045"/>
            <a:ext cx="20073" cy="200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218382" y="3793352"/>
            <a:ext cx="31282" cy="312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388681" y="1608696"/>
            <a:ext cx="18236" cy="182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691444" y="4777566"/>
            <a:ext cx="30848" cy="308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545595" y="1509339"/>
            <a:ext cx="9607" cy="96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05975" y="2325671"/>
            <a:ext cx="21262" cy="212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144266" y="630301"/>
            <a:ext cx="36263" cy="362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407359" y="1218354"/>
            <a:ext cx="28875" cy="288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7730883" y="5482694"/>
            <a:ext cx="23287" cy="232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5030062" y="5551554"/>
            <a:ext cx="30647" cy="306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188773" y="4119402"/>
            <a:ext cx="25404" cy="254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6672064" y="2483381"/>
            <a:ext cx="20346" cy="203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709749" y="2778668"/>
            <a:ext cx="35057" cy="350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9610" y="2631085"/>
            <a:ext cx="19559" cy="195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6785345" y="1930605"/>
            <a:ext cx="19151" cy="191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5369925" y="747895"/>
            <a:ext cx="35216" cy="352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274525" y="5820236"/>
            <a:ext cx="20840" cy="208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089440" y="1011948"/>
            <a:ext cx="19220" cy="192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999886" y="3702588"/>
            <a:ext cx="14046" cy="140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9053913" y="3961599"/>
            <a:ext cx="10212" cy="102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80232" y="1153542"/>
            <a:ext cx="28049" cy="280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863263" y="1844593"/>
            <a:ext cx="16015" cy="160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2347192" y="6347504"/>
            <a:ext cx="12045" cy="120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4443" y="3911923"/>
            <a:ext cx="34089" cy="340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44336"/>
                </a:solidFill>
              </a:defRPr>
            </a:pPr>
            <a:r>
              <a:t>🎛️ SENSITIVITY ANALYSIS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Smooth response curves observed</a:t>
            </a:r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Robust to ±10% input changes</a:t>
            </a:r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No black-box chaos behavior</a:t>
            </a:r>
          </a:p>
          <a:p>
            <a:pPr>
              <a:spcAft>
                <a:spcPts val="800"/>
              </a:spcAft>
              <a:defRPr sz="2400">
                <a:solidFill>
                  <a:srgbClr val="F44336"/>
                </a:solidFill>
              </a:defRPr>
            </a:pPr>
            <a:r>
              <a:t>• Architecture choices 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455156" y="83228"/>
            <a:ext cx="36367" cy="363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291997" y="5256439"/>
            <a:ext cx="35178" cy="351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4095" y="5777949"/>
            <a:ext cx="24892" cy="248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392316" y="5850817"/>
            <a:ext cx="27435" cy="274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77014" y="5785408"/>
            <a:ext cx="9623" cy="96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35712" y="2334346"/>
            <a:ext cx="13020" cy="130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4163" y="2472805"/>
            <a:ext cx="22986" cy="229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096067" y="1199881"/>
            <a:ext cx="13960" cy="139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53211" y="1926803"/>
            <a:ext cx="23458" cy="234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77631" y="3497403"/>
            <a:ext cx="26721" cy="267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2994" y="6259016"/>
            <a:ext cx="22091" cy="220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85457" y="6585231"/>
            <a:ext cx="29635" cy="296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41446" y="2303962"/>
            <a:ext cx="33477" cy="334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05497" y="5487701"/>
            <a:ext cx="32707" cy="3270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04802" y="2687158"/>
            <a:ext cx="10485" cy="104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23104" y="5952069"/>
            <a:ext cx="32775" cy="327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334844" y="1145570"/>
            <a:ext cx="18249" cy="182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2340" y="5954000"/>
            <a:ext cx="32050" cy="320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3620" y="1636"/>
            <a:ext cx="9353" cy="93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69838" y="4076939"/>
            <a:ext cx="29941" cy="299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58080" y="735684"/>
            <a:ext cx="19850" cy="198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5128" y="757025"/>
            <a:ext cx="32419" cy="324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971458" y="75973"/>
            <a:ext cx="20570" cy="205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52779" y="1306905"/>
            <a:ext cx="32789" cy="327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73467" y="1833524"/>
            <a:ext cx="22735" cy="227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11821" y="664299"/>
            <a:ext cx="9703" cy="97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118294" y="6510153"/>
            <a:ext cx="15716" cy="157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311000" y="830201"/>
            <a:ext cx="29320" cy="293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08382" y="5324675"/>
            <a:ext cx="12418" cy="124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231921" y="4992627"/>
            <a:ext cx="26947" cy="269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234089" y="5164483"/>
            <a:ext cx="20330" cy="203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199322" y="222681"/>
            <a:ext cx="24660" cy="246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40658" y="2729204"/>
            <a:ext cx="15208" cy="152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488471" y="6674535"/>
            <a:ext cx="34886" cy="348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63718" y="1691291"/>
            <a:ext cx="26948" cy="269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08283" y="5626241"/>
            <a:ext cx="36179" cy="361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694299" y="1378723"/>
            <a:ext cx="17512" cy="175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540635" y="538887"/>
            <a:ext cx="23283" cy="232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871810" y="3249355"/>
            <a:ext cx="21148" cy="211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217313" y="3933763"/>
            <a:ext cx="22729" cy="227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838144" y="1343619"/>
            <a:ext cx="33745" cy="337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806945" y="5944824"/>
            <a:ext cx="19754" cy="197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49166" y="3299559"/>
            <a:ext cx="13896" cy="138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933125" y="3817874"/>
            <a:ext cx="23628" cy="236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255340" y="3131808"/>
            <a:ext cx="24269" cy="242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08934" y="4930826"/>
            <a:ext cx="21561" cy="215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43162" y="2808684"/>
            <a:ext cx="31353" cy="313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919897" y="1425968"/>
            <a:ext cx="18787" cy="187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886764" y="1181266"/>
            <a:ext cx="19767" cy="197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473865" y="4799799"/>
            <a:ext cx="36246" cy="362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587675" y="3211423"/>
            <a:ext cx="13860" cy="138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426735" y="5530200"/>
            <a:ext cx="17079" cy="170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66245" y="2235113"/>
            <a:ext cx="13867" cy="138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489786" y="3492213"/>
            <a:ext cx="11087" cy="110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639069" y="2257897"/>
            <a:ext cx="35154" cy="351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691292" y="3193629"/>
            <a:ext cx="11109" cy="111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580676" y="1015931"/>
            <a:ext cx="29733" cy="297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72050" y="2687731"/>
            <a:ext cx="35274" cy="352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898395" y="2140953"/>
            <a:ext cx="15981" cy="159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642763" y="1226392"/>
            <a:ext cx="34663" cy="346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788539" y="1391886"/>
            <a:ext cx="33752" cy="337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395859" y="1996219"/>
            <a:ext cx="15796" cy="157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863861" y="5452116"/>
            <a:ext cx="31340" cy="313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38398" y="2777479"/>
            <a:ext cx="30369" cy="303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39274" y="5112066"/>
            <a:ext cx="32376" cy="323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410327" y="3030063"/>
            <a:ext cx="24997" cy="249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222656" y="3868525"/>
            <a:ext cx="29209" cy="292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730759" y="1479893"/>
            <a:ext cx="12100" cy="121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69676" y="6728549"/>
            <a:ext cx="25629" cy="256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3693085" y="1806031"/>
            <a:ext cx="12991" cy="129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7624425" y="2499962"/>
            <a:ext cx="33477" cy="334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514754" y="3101143"/>
            <a:ext cx="27459" cy="274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243288" y="1235248"/>
            <a:ext cx="11894" cy="118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647549" y="2148876"/>
            <a:ext cx="23163" cy="231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362278" y="3312990"/>
            <a:ext cx="33223" cy="332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036817" y="4051070"/>
            <a:ext cx="25562" cy="255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894318" y="4242689"/>
            <a:ext cx="35121" cy="351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490736" y="6563996"/>
            <a:ext cx="31989" cy="319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5045116" y="1938852"/>
            <a:ext cx="12493" cy="124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833225" y="4245960"/>
            <a:ext cx="23722" cy="237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862990" y="6656490"/>
            <a:ext cx="27661" cy="276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5672938" y="5703889"/>
            <a:ext cx="31560" cy="315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10485" y="4588680"/>
            <a:ext cx="27669" cy="276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79460" y="689283"/>
            <a:ext cx="18897" cy="188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156884" y="2867057"/>
            <a:ext cx="23137" cy="231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916294" y="1476181"/>
            <a:ext cx="36425" cy="364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151709" y="6283709"/>
            <a:ext cx="16311" cy="163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002136" y="4813986"/>
            <a:ext cx="30840" cy="308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072703" y="2721677"/>
            <a:ext cx="16158" cy="161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345015" y="5164311"/>
            <a:ext cx="20436" cy="204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52436" y="3514155"/>
            <a:ext cx="16346" cy="163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129702" y="4163666"/>
            <a:ext cx="10216" cy="1021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7162192" y="340397"/>
            <a:ext cx="22238" cy="222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021699" y="2905459"/>
            <a:ext cx="36555" cy="365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2929519" y="5021466"/>
            <a:ext cx="11386" cy="113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857974" y="6529821"/>
            <a:ext cx="11214" cy="112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574509" y="1296532"/>
            <a:ext cx="13836" cy="138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298035" y="4232043"/>
            <a:ext cx="16856" cy="168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377343" y="2353885"/>
            <a:ext cx="28573" cy="285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510178" y="5505539"/>
            <a:ext cx="21228" cy="212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E9E9E"/>
                </a:solidFill>
              </a:defRPr>
            </a:pPr>
            <a:r>
              <a:t>📊 CALIBRATION QUALITY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Trustworthy probability outputs</a:t>
            </a:r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Responsible AI - no false certainty</a:t>
            </a:r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Mission-critical uncertainty quant</a:t>
            </a:r>
          </a:p>
          <a:p>
            <a:pPr>
              <a:spcAft>
                <a:spcPts val="800"/>
              </a:spcAft>
              <a:defRPr sz="2400">
                <a:solidFill>
                  <a:srgbClr val="9E9E9E"/>
                </a:solidFill>
              </a:defRPr>
            </a:pPr>
            <a:r>
              <a:t>• Scientist-ready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43685" y="1457825"/>
            <a:ext cx="30828" cy="308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20286" y="3172323"/>
            <a:ext cx="10880" cy="108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64232" y="4458926"/>
            <a:ext cx="12848" cy="1284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34183" y="1346709"/>
            <a:ext cx="19410" cy="194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05656" y="3829532"/>
            <a:ext cx="11447" cy="114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3035" y="5533970"/>
            <a:ext cx="11990" cy="119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43988" y="3453432"/>
            <a:ext cx="14790" cy="147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54751" y="1070905"/>
            <a:ext cx="28853" cy="288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47147" y="3737802"/>
            <a:ext cx="30143" cy="301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96186" y="1470102"/>
            <a:ext cx="27977" cy="279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76274" y="5054949"/>
            <a:ext cx="19257" cy="192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76974" y="6310420"/>
            <a:ext cx="10543" cy="105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55802" y="3637598"/>
            <a:ext cx="19734" cy="197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93086" y="4542420"/>
            <a:ext cx="14242" cy="142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51921" y="3256933"/>
            <a:ext cx="14814" cy="148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71273" y="4640879"/>
            <a:ext cx="14442" cy="144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06748" y="1715976"/>
            <a:ext cx="23438" cy="234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85606" y="6322031"/>
            <a:ext cx="35369" cy="353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78184" y="5659725"/>
            <a:ext cx="31132" cy="311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7560" y="2180273"/>
            <a:ext cx="27978" cy="279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16483" y="947007"/>
            <a:ext cx="20569" cy="205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08830" y="4776132"/>
            <a:ext cx="11551" cy="115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88018" y="5975549"/>
            <a:ext cx="14215" cy="142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728668" y="2319478"/>
            <a:ext cx="19043" cy="190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97114" y="3345180"/>
            <a:ext cx="30706" cy="307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42804" y="58122"/>
            <a:ext cx="18642" cy="186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876075" y="3534531"/>
            <a:ext cx="13768" cy="1376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71360" y="6354957"/>
            <a:ext cx="9512" cy="951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722074" y="2814245"/>
            <a:ext cx="12038" cy="120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607856" y="2270749"/>
            <a:ext cx="23683" cy="236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698043" y="4249463"/>
            <a:ext cx="25614" cy="256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724545" y="1393856"/>
            <a:ext cx="35189" cy="351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5682" y="1017751"/>
            <a:ext cx="22084" cy="220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51402" y="2575061"/>
            <a:ext cx="11466" cy="114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0118" y="1033126"/>
            <a:ext cx="20051" cy="200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800924" y="5501932"/>
            <a:ext cx="17970" cy="179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16553" y="2517430"/>
            <a:ext cx="24096" cy="240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008694" y="6066304"/>
            <a:ext cx="29822" cy="298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988772" y="5368845"/>
            <a:ext cx="13650" cy="136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954105" y="1576715"/>
            <a:ext cx="34184" cy="341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226771" y="497976"/>
            <a:ext cx="20879" cy="208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84079" y="81692"/>
            <a:ext cx="29139" cy="291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190043" y="5187286"/>
            <a:ext cx="20365" cy="203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652812" y="4167884"/>
            <a:ext cx="27711" cy="277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107801" y="2722831"/>
            <a:ext cx="16237" cy="162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61517" y="5428316"/>
            <a:ext cx="32606" cy="326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134980" y="687267"/>
            <a:ext cx="15424" cy="154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937604" y="6491767"/>
            <a:ext cx="30619" cy="306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206965" y="6018619"/>
            <a:ext cx="10153" cy="101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44640" y="1914100"/>
            <a:ext cx="29792" cy="297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81446" y="2251293"/>
            <a:ext cx="20345" cy="203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524432" y="2402815"/>
            <a:ext cx="33686" cy="3368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607664" y="3307313"/>
            <a:ext cx="21737" cy="217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10375" y="6201192"/>
            <a:ext cx="28859" cy="288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897207" y="1656072"/>
            <a:ext cx="26184" cy="261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664217" y="1768986"/>
            <a:ext cx="21811" cy="218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967406" y="4160073"/>
            <a:ext cx="26321" cy="2632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255441" y="5535380"/>
            <a:ext cx="33372" cy="333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501151" y="741901"/>
            <a:ext cx="18969" cy="189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214829" y="2414427"/>
            <a:ext cx="18090" cy="180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954041" y="3972437"/>
            <a:ext cx="17241" cy="172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107351" y="2448617"/>
            <a:ext cx="13852" cy="138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39239" y="1056923"/>
            <a:ext cx="22789" cy="227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641198" y="6801982"/>
            <a:ext cx="27815" cy="278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6096" y="993526"/>
            <a:ext cx="11492" cy="114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3739743" y="2676636"/>
            <a:ext cx="26920" cy="269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240289" y="6829360"/>
            <a:ext cx="18736" cy="187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231746" y="5509026"/>
            <a:ext cx="13456" cy="134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057336" y="6349635"/>
            <a:ext cx="25284" cy="252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7292684" y="6631292"/>
            <a:ext cx="19349" cy="193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702506" y="964230"/>
            <a:ext cx="11617" cy="116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392653" y="4140624"/>
            <a:ext cx="25278" cy="252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298714" y="2966024"/>
            <a:ext cx="24163" cy="241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689565" y="274686"/>
            <a:ext cx="16641" cy="166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83140" y="2205531"/>
            <a:ext cx="34370" cy="343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25828" y="1792158"/>
            <a:ext cx="27460" cy="2746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39723" y="3749801"/>
            <a:ext cx="10495" cy="104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536372" y="296696"/>
            <a:ext cx="11372" cy="113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708001" y="6152334"/>
            <a:ext cx="33469" cy="334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53875" y="6022229"/>
            <a:ext cx="35906" cy="359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255154" y="3918920"/>
            <a:ext cx="23599" cy="2359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698147" y="6144440"/>
            <a:ext cx="33426" cy="334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877234" y="5635594"/>
            <a:ext cx="30185" cy="301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958965" y="3008055"/>
            <a:ext cx="21419" cy="214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435799" y="6847726"/>
            <a:ext cx="22220" cy="222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475788" y="122969"/>
            <a:ext cx="22508" cy="225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93558" y="430966"/>
            <a:ext cx="17944" cy="179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499222" y="2441294"/>
            <a:ext cx="12427" cy="124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41547" y="4638241"/>
            <a:ext cx="26709" cy="267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10334" y="1270017"/>
            <a:ext cx="17103" cy="171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684990" y="3013633"/>
            <a:ext cx="16123" cy="161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700860" y="2509987"/>
            <a:ext cx="29583" cy="295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686172" y="1197225"/>
            <a:ext cx="29596" cy="295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56608" y="3268659"/>
            <a:ext cx="17166" cy="1716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7186450" y="3658964"/>
            <a:ext cx="25802" cy="258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3298626" y="3188916"/>
            <a:ext cx="14969" cy="149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436278" y="1855539"/>
            <a:ext cx="17909" cy="179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795628" y="5274126"/>
            <a:ext cx="30729" cy="307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87502" y="217081"/>
            <a:ext cx="19680" cy="196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996789" y="2410779"/>
            <a:ext cx="17709" cy="177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EB3B"/>
                </a:solidFill>
              </a:defRPr>
            </a:pPr>
            <a:r>
              <a:t>🚀 RESEARCH IMPACT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t>• JWST target prioritization ready</a:t>
            </a:r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t>• Data-agnostic for spectroscopy</a:t>
            </a:r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t>• Bridges telemetry to discovery</a:t>
            </a:r>
          </a:p>
          <a:p>
            <a:pPr>
              <a:spcAft>
                <a:spcPts val="800"/>
              </a:spcAft>
              <a:defRPr sz="2400">
                <a:solidFill>
                  <a:srgbClr val="FFEB3B"/>
                </a:solidFill>
              </a:defRPr>
            </a:pPr>
            <a:r>
              <a:t>• Production ML engineering excellence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83158" y="2844047"/>
            <a:ext cx="28797" cy="2879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67410" y="4277818"/>
            <a:ext cx="29540" cy="295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361278" y="4599788"/>
            <a:ext cx="11384" cy="113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8551" y="5682309"/>
            <a:ext cx="25409" cy="254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93808" y="373"/>
            <a:ext cx="23885" cy="2388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27473" y="3473920"/>
            <a:ext cx="34334" cy="343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52254" y="330476"/>
            <a:ext cx="30579" cy="305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09265" y="2042712"/>
            <a:ext cx="17277" cy="172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17555" y="446939"/>
            <a:ext cx="18967" cy="189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5242" y="1790549"/>
            <a:ext cx="18995" cy="1899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85105" y="2443770"/>
            <a:ext cx="9300" cy="93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881779" y="2335623"/>
            <a:ext cx="11228" cy="112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84227" y="5354256"/>
            <a:ext cx="31406" cy="314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29618" y="5234914"/>
            <a:ext cx="27357" cy="273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0140" y="3845594"/>
            <a:ext cx="19681" cy="196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29576" y="4536298"/>
            <a:ext cx="31050" cy="310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33643" y="345543"/>
            <a:ext cx="14759" cy="147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90469" y="4472240"/>
            <a:ext cx="17654" cy="176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882952" y="886927"/>
            <a:ext cx="30161" cy="301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488376" y="6719294"/>
            <a:ext cx="20588" cy="205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238" y="2533877"/>
            <a:ext cx="9777" cy="97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746071" y="6564537"/>
            <a:ext cx="29539" cy="295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823497" y="5859394"/>
            <a:ext cx="14477" cy="144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705321" y="3529156"/>
            <a:ext cx="32272" cy="322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57257" y="5699136"/>
            <a:ext cx="19189" cy="191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54957" y="3741435"/>
            <a:ext cx="14802" cy="148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46608" y="6292684"/>
            <a:ext cx="21543" cy="215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40157" y="6307306"/>
            <a:ext cx="19444" cy="194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62698" y="440912"/>
            <a:ext cx="11982" cy="119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62351" y="6569018"/>
            <a:ext cx="22720" cy="2272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30576" y="5417685"/>
            <a:ext cx="10476" cy="1047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58836" y="4864471"/>
            <a:ext cx="36552" cy="365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114585" y="3595879"/>
            <a:ext cx="15133" cy="1513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19554" y="488375"/>
            <a:ext cx="11202" cy="112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175825" y="5907046"/>
            <a:ext cx="19427" cy="1942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998347" y="5580147"/>
            <a:ext cx="25046" cy="250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25939" y="770067"/>
            <a:ext cx="14271" cy="142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28081" y="1969320"/>
            <a:ext cx="32040" cy="320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544272" y="760441"/>
            <a:ext cx="20514" cy="2051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999459" y="4085151"/>
            <a:ext cx="16824" cy="168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960189" y="3717792"/>
            <a:ext cx="16791" cy="167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591283" y="284983"/>
            <a:ext cx="19072" cy="190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432110" y="3502992"/>
            <a:ext cx="17329" cy="173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900962" y="2172487"/>
            <a:ext cx="33575" cy="335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402907" y="4009542"/>
            <a:ext cx="34235" cy="342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25197" y="2642519"/>
            <a:ext cx="31675" cy="316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75648" y="6659061"/>
            <a:ext cx="10871" cy="108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18948" y="3205020"/>
            <a:ext cx="19528" cy="195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03935" y="2709666"/>
            <a:ext cx="23313" cy="2331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609776" y="2024565"/>
            <a:ext cx="33163" cy="331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589698" y="98675"/>
            <a:ext cx="27025" cy="270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60564" y="1561582"/>
            <a:ext cx="35952" cy="359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115041" y="1868888"/>
            <a:ext cx="22829" cy="228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631944" y="5091396"/>
            <a:ext cx="17696" cy="176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837791" y="3536863"/>
            <a:ext cx="29744" cy="297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10219" y="4372825"/>
            <a:ext cx="29598" cy="295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57180" y="3636334"/>
            <a:ext cx="28869" cy="288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545275" y="3223963"/>
            <a:ext cx="26572" cy="2657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802776" y="4303079"/>
            <a:ext cx="23463" cy="234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465321" y="2829185"/>
            <a:ext cx="27330" cy="273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036643" y="5051742"/>
            <a:ext cx="24349" cy="243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893643" y="4130730"/>
            <a:ext cx="28744" cy="287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52671" y="4621212"/>
            <a:ext cx="12392" cy="1239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1327" y="3298489"/>
            <a:ext cx="31768" cy="3176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315534" y="6297118"/>
            <a:ext cx="11364" cy="1136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3330038" y="1238651"/>
            <a:ext cx="21701" cy="217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050731" y="448242"/>
            <a:ext cx="12726" cy="127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462703" y="5123459"/>
            <a:ext cx="30177" cy="301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864411" y="2486220"/>
            <a:ext cx="20496" cy="204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86890" y="196396"/>
            <a:ext cx="32545" cy="325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666825" y="3220537"/>
            <a:ext cx="32900" cy="329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28353" y="5566464"/>
            <a:ext cx="29803" cy="298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107621" y="1354144"/>
            <a:ext cx="35615" cy="356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386359" y="2823091"/>
            <a:ext cx="30001" cy="300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495023" y="493917"/>
            <a:ext cx="30781" cy="307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604126" y="1719069"/>
            <a:ext cx="12981" cy="129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5247" y="5949115"/>
            <a:ext cx="16328" cy="163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216754" y="4237358"/>
            <a:ext cx="36137" cy="361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600120" y="2712245"/>
            <a:ext cx="22543" cy="225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880829" y="947308"/>
            <a:ext cx="14842" cy="148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867830" y="4140837"/>
            <a:ext cx="34411" cy="3441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234319" y="911127"/>
            <a:ext cx="17056" cy="1705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8612528" y="4111759"/>
            <a:ext cx="27862" cy="278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082904" y="2307180"/>
            <a:ext cx="32746" cy="3274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593172" y="2912670"/>
            <a:ext cx="21775" cy="217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4667801" y="3596512"/>
            <a:ext cx="13955" cy="139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195848" y="3016174"/>
            <a:ext cx="31249" cy="312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810525" y="3717967"/>
            <a:ext cx="32093" cy="3209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6772653" y="2689134"/>
            <a:ext cx="11734" cy="117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716629" y="5032319"/>
            <a:ext cx="28626" cy="2862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6654935" y="5630714"/>
            <a:ext cx="23322" cy="2332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96377" y="4925218"/>
            <a:ext cx="22252" cy="222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124537" y="1074413"/>
            <a:ext cx="33919" cy="339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2925416" y="4494105"/>
            <a:ext cx="19178" cy="1917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576027" y="2557927"/>
            <a:ext cx="14502" cy="145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412502" y="3160573"/>
            <a:ext cx="31191" cy="311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188219" y="4967815"/>
            <a:ext cx="29379" cy="293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761241" y="6505423"/>
            <a:ext cx="10461" cy="1046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182974" y="4453700"/>
            <a:ext cx="35291" cy="3529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351957" y="757904"/>
            <a:ext cx="30383" cy="303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📦 THESIS SPECIFICATIONS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Dataset: 5,400+ NASA Exoplanets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XGBoost Precision: 98.4%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AUC: 0.98 | Latency: &lt;200ms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Flask/Streamlit/Render Cloud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90846" y="4476135"/>
            <a:ext cx="34482" cy="3448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79853" y="5635729"/>
            <a:ext cx="13975" cy="139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17856" y="1740649"/>
            <a:ext cx="34229" cy="3422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71928" y="2903034"/>
            <a:ext cx="14181" cy="141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4621" y="2559802"/>
            <a:ext cx="31763" cy="317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40317" y="2263868"/>
            <a:ext cx="9259" cy="92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263" y="3398130"/>
            <a:ext cx="20008" cy="200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840658" y="1889427"/>
            <a:ext cx="14887" cy="148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9628" y="5689753"/>
            <a:ext cx="26854" cy="2685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73705" y="477631"/>
            <a:ext cx="22208" cy="2220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45686" y="4558515"/>
            <a:ext cx="31739" cy="3173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312" y="5450377"/>
            <a:ext cx="34249" cy="3424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62463" y="3263534"/>
            <a:ext cx="9750" cy="975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03895" y="2314706"/>
            <a:ext cx="29263" cy="292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01626" y="5821520"/>
            <a:ext cx="9569" cy="956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59434" y="6586130"/>
            <a:ext cx="9545" cy="95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16700" y="6029535"/>
            <a:ext cx="35330" cy="353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25719" y="2432986"/>
            <a:ext cx="26636" cy="266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045492" y="2850992"/>
            <a:ext cx="17984" cy="1798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028040" y="6441650"/>
            <a:ext cx="28251" cy="282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020741" y="1224965"/>
            <a:ext cx="22625" cy="2262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98759" y="1260162"/>
            <a:ext cx="28410" cy="2841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60544" y="870822"/>
            <a:ext cx="20543" cy="205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62011" y="3811211"/>
            <a:ext cx="26490" cy="264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04444" y="3019042"/>
            <a:ext cx="14968" cy="1496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63698" y="2787608"/>
            <a:ext cx="10753" cy="1075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74837" y="1435843"/>
            <a:ext cx="14328" cy="1432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92475" y="3167866"/>
            <a:ext cx="29309" cy="2930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37673" y="2670869"/>
            <a:ext cx="23336" cy="2333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266592" y="6318003"/>
            <a:ext cx="15062" cy="1506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53305" y="6610344"/>
            <a:ext cx="12694" cy="126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07629" y="3987560"/>
            <a:ext cx="18667" cy="1866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54956" y="2824620"/>
            <a:ext cx="11065" cy="110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66142" y="6108670"/>
            <a:ext cx="10774" cy="107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9511" y="237793"/>
            <a:ext cx="33670" cy="3367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5454" y="2807897"/>
            <a:ext cx="19896" cy="198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962760" y="2516270"/>
            <a:ext cx="9559" cy="955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044226" y="2125199"/>
            <a:ext cx="28105" cy="2810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157550" y="5909569"/>
            <a:ext cx="13541" cy="135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5184" y="5111246"/>
            <a:ext cx="12074" cy="120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863410" y="4464703"/>
            <a:ext cx="12819" cy="128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863240" y="2107142"/>
            <a:ext cx="28645" cy="2864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19590" y="5944985"/>
            <a:ext cx="21417" cy="214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180393" y="1252112"/>
            <a:ext cx="25438" cy="2543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417698" y="5096102"/>
            <a:ext cx="25443" cy="2544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779598" y="1173094"/>
            <a:ext cx="16834" cy="168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520210" y="4555241"/>
            <a:ext cx="21357" cy="213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077785" y="2903783"/>
            <a:ext cx="14798" cy="1479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366277" y="3605324"/>
            <a:ext cx="14601" cy="146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51277" y="761656"/>
            <a:ext cx="29981" cy="2998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595239" y="871001"/>
            <a:ext cx="31290" cy="3129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152668" y="1228999"/>
            <a:ext cx="24771" cy="2477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530799" y="5895738"/>
            <a:ext cx="20503" cy="2050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365967" y="6738664"/>
            <a:ext cx="23394" cy="2339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187672" y="4475246"/>
            <a:ext cx="9519" cy="951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354056" y="826695"/>
            <a:ext cx="33524" cy="3352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716076" y="1207024"/>
            <a:ext cx="27941" cy="2794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3762584" y="4208739"/>
            <a:ext cx="10701" cy="1070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841105" y="6580064"/>
            <a:ext cx="10396" cy="1039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816948" y="6637603"/>
            <a:ext cx="29315" cy="293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480530" y="803861"/>
            <a:ext cx="20702" cy="2070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122027" y="6209741"/>
            <a:ext cx="23473" cy="2347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522820" y="2869979"/>
            <a:ext cx="18515" cy="1851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125815" y="615831"/>
            <a:ext cx="33232" cy="332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397185" y="5195236"/>
            <a:ext cx="9932" cy="99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625161" y="3942626"/>
            <a:ext cx="35775" cy="357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832440" y="5017882"/>
            <a:ext cx="20335" cy="203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069837" y="1875251"/>
            <a:ext cx="13123" cy="1312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412926" y="3210335"/>
            <a:ext cx="21168" cy="2116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155849" y="1347467"/>
            <a:ext cx="34431" cy="3443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7931389" y="6367103"/>
            <a:ext cx="17735" cy="1773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94787" y="5051127"/>
            <a:ext cx="19163" cy="1916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1465" y="435985"/>
            <a:ext cx="21983" cy="21983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434455" y="205218"/>
            <a:ext cx="32544" cy="325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844141" y="2310968"/>
            <a:ext cx="32237" cy="3223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905048" y="1970736"/>
            <a:ext cx="23765" cy="2376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009557" y="5019340"/>
            <a:ext cx="20689" cy="2068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517269" y="1759108"/>
            <a:ext cx="29988" cy="299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8741" y="2938816"/>
            <a:ext cx="18844" cy="1884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293703" y="2438515"/>
            <a:ext cx="15757" cy="1575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327324" y="3508065"/>
            <a:ext cx="24634" cy="2463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80518" y="2781652"/>
            <a:ext cx="16404" cy="164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4648353" y="6218707"/>
            <a:ext cx="30018" cy="3001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349560" y="2206766"/>
            <a:ext cx="10779" cy="10779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9045" y="2585845"/>
            <a:ext cx="36542" cy="3654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835731" y="1644930"/>
            <a:ext cx="27274" cy="2727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921739" y="2570310"/>
            <a:ext cx="26647" cy="2664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3137106" y="722015"/>
            <a:ext cx="36175" cy="3617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562395" y="1512945"/>
            <a:ext cx="19404" cy="19404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747999" y="1198387"/>
            <a:ext cx="23251" cy="23251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145967" y="1341817"/>
            <a:ext cx="25687" cy="2568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970043" y="5031764"/>
            <a:ext cx="15358" cy="1535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5625481" y="830936"/>
            <a:ext cx="33977" cy="3397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7866822" y="2345575"/>
            <a:ext cx="14117" cy="14117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94770" y="3375341"/>
            <a:ext cx="17330" cy="1733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3516327" y="6710850"/>
            <a:ext cx="30506" cy="30506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005318" y="1500638"/>
            <a:ext cx="23055" cy="23055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85780" y="3467056"/>
            <a:ext cx="33452" cy="334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3153097" y="2735607"/>
            <a:ext cx="10832" cy="1083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3530670" y="6156967"/>
            <a:ext cx="16688" cy="16688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743200" y="137160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MISSION</a:t>
            </a:r>
          </a:p>
          <a:p>
            <a:r>
              <a:t>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328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Rohith Balaram Sai Venkat Dadi</cp:lastModifiedBy>
  <cp:revision>2</cp:revision>
  <dcterms:created xsi:type="dcterms:W3CDTF">2013-01-27T09:14:16Z</dcterms:created>
  <dcterms:modified xsi:type="dcterms:W3CDTF">2026-02-19T16:45:36Z</dcterms:modified>
  <cp:category/>
</cp:coreProperties>
</file>