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6DAF4B-1386-4812-A9FE-16B04499BC36}" v="1" dt="2026-02-19T16:32:05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ti Shalika" userId="6a91af6862468c83" providerId="LiveId" clId="{A5C7AC25-4602-45D9-92EC-101580967667}"/>
    <pc:docChg chg="undo redo custSel addSld delSld modSld sldOrd">
      <pc:chgData name="Deepti Shalika" userId="6a91af6862468c83" providerId="LiveId" clId="{A5C7AC25-4602-45D9-92EC-101580967667}" dt="2026-02-19T16:59:08.812" v="92" actId="2696"/>
      <pc:docMkLst>
        <pc:docMk/>
      </pc:docMkLst>
      <pc:sldChg chg="addSp modSp new mod">
        <pc:chgData name="Deepti Shalika" userId="6a91af6862468c83" providerId="LiveId" clId="{A5C7AC25-4602-45D9-92EC-101580967667}" dt="2026-02-19T15:46:00.988" v="1" actId="931"/>
        <pc:sldMkLst>
          <pc:docMk/>
          <pc:sldMk cId="3763046337" sldId="256"/>
        </pc:sldMkLst>
        <pc:picChg chg="add mod">
          <ac:chgData name="Deepti Shalika" userId="6a91af6862468c83" providerId="LiveId" clId="{A5C7AC25-4602-45D9-92EC-101580967667}" dt="2026-02-19T15:46:00.988" v="1" actId="931"/>
          <ac:picMkLst>
            <pc:docMk/>
            <pc:sldMk cId="3763046337" sldId="256"/>
            <ac:picMk id="5" creationId="{847C3261-B870-8DA1-65C8-03FE5AC7657C}"/>
          </ac:picMkLst>
        </pc:picChg>
      </pc:sldChg>
      <pc:sldChg chg="addSp delSp modSp new mod">
        <pc:chgData name="Deepti Shalika" userId="6a91af6862468c83" providerId="LiveId" clId="{A5C7AC25-4602-45D9-92EC-101580967667}" dt="2026-02-19T15:46:53.062" v="13" actId="14100"/>
        <pc:sldMkLst>
          <pc:docMk/>
          <pc:sldMk cId="2674373823" sldId="257"/>
        </pc:sldMkLst>
        <pc:spChg chg="del">
          <ac:chgData name="Deepti Shalika" userId="6a91af6862468c83" providerId="LiveId" clId="{A5C7AC25-4602-45D9-92EC-101580967667}" dt="2026-02-19T15:46:32.460" v="9" actId="931"/>
          <ac:spMkLst>
            <pc:docMk/>
            <pc:sldMk cId="2674373823" sldId="257"/>
            <ac:spMk id="3" creationId="{CE35438A-85C5-7F26-1E63-04B2934DD3A4}"/>
          </ac:spMkLst>
        </pc:spChg>
        <pc:picChg chg="add mod ord">
          <ac:chgData name="Deepti Shalika" userId="6a91af6862468c83" providerId="LiveId" clId="{A5C7AC25-4602-45D9-92EC-101580967667}" dt="2026-02-19T15:46:53.062" v="13" actId="14100"/>
          <ac:picMkLst>
            <pc:docMk/>
            <pc:sldMk cId="2674373823" sldId="257"/>
            <ac:picMk id="5" creationId="{CEF61690-C84C-3B0D-B20F-0B7F3B75B24D}"/>
          </ac:picMkLst>
        </pc:picChg>
      </pc:sldChg>
      <pc:sldChg chg="addSp delSp modSp new mod">
        <pc:chgData name="Deepti Shalika" userId="6a91af6862468c83" providerId="LiveId" clId="{A5C7AC25-4602-45D9-92EC-101580967667}" dt="2026-02-19T15:47:59.819" v="18" actId="14100"/>
        <pc:sldMkLst>
          <pc:docMk/>
          <pc:sldMk cId="469174219" sldId="258"/>
        </pc:sldMkLst>
        <pc:spChg chg="del">
          <ac:chgData name="Deepti Shalika" userId="6a91af6862468c83" providerId="LiveId" clId="{A5C7AC25-4602-45D9-92EC-101580967667}" dt="2026-02-19T15:47:43.133" v="14" actId="931"/>
          <ac:spMkLst>
            <pc:docMk/>
            <pc:sldMk cId="469174219" sldId="258"/>
            <ac:spMk id="3" creationId="{8B530547-48F2-434C-4FB8-15B7F1CDCC9E}"/>
          </ac:spMkLst>
        </pc:spChg>
        <pc:picChg chg="add mod ord">
          <ac:chgData name="Deepti Shalika" userId="6a91af6862468c83" providerId="LiveId" clId="{A5C7AC25-4602-45D9-92EC-101580967667}" dt="2026-02-19T15:47:59.819" v="18" actId="14100"/>
          <ac:picMkLst>
            <pc:docMk/>
            <pc:sldMk cId="469174219" sldId="258"/>
            <ac:picMk id="5" creationId="{A6F2F1E8-B5F6-8317-4D88-9D679892A7AA}"/>
          </ac:picMkLst>
        </pc:picChg>
      </pc:sldChg>
      <pc:sldChg chg="addSp delSp modSp new mod">
        <pc:chgData name="Deepti Shalika" userId="6a91af6862468c83" providerId="LiveId" clId="{A5C7AC25-4602-45D9-92EC-101580967667}" dt="2026-02-19T15:48:28.187" v="23" actId="14100"/>
        <pc:sldMkLst>
          <pc:docMk/>
          <pc:sldMk cId="2883410513" sldId="259"/>
        </pc:sldMkLst>
        <pc:spChg chg="del">
          <ac:chgData name="Deepti Shalika" userId="6a91af6862468c83" providerId="LiveId" clId="{A5C7AC25-4602-45D9-92EC-101580967667}" dt="2026-02-19T15:48:10.486" v="19" actId="931"/>
          <ac:spMkLst>
            <pc:docMk/>
            <pc:sldMk cId="2883410513" sldId="259"/>
            <ac:spMk id="3" creationId="{D2EAE4B9-F661-7DF7-205E-6880C980B9FB}"/>
          </ac:spMkLst>
        </pc:spChg>
        <pc:picChg chg="add mod ord">
          <ac:chgData name="Deepti Shalika" userId="6a91af6862468c83" providerId="LiveId" clId="{A5C7AC25-4602-45D9-92EC-101580967667}" dt="2026-02-19T15:48:28.187" v="23" actId="14100"/>
          <ac:picMkLst>
            <pc:docMk/>
            <pc:sldMk cId="2883410513" sldId="259"/>
            <ac:picMk id="5" creationId="{B4842993-8240-1D20-A7F3-7C407B3AC625}"/>
          </ac:picMkLst>
        </pc:picChg>
      </pc:sldChg>
      <pc:sldChg chg="addSp delSp modSp new mod">
        <pc:chgData name="Deepti Shalika" userId="6a91af6862468c83" providerId="LiveId" clId="{A5C7AC25-4602-45D9-92EC-101580967667}" dt="2026-02-19T15:48:59.637" v="28" actId="14100"/>
        <pc:sldMkLst>
          <pc:docMk/>
          <pc:sldMk cId="1291449850" sldId="260"/>
        </pc:sldMkLst>
        <pc:spChg chg="del">
          <ac:chgData name="Deepti Shalika" userId="6a91af6862468c83" providerId="LiveId" clId="{A5C7AC25-4602-45D9-92EC-101580967667}" dt="2026-02-19T15:48:43.487" v="24" actId="931"/>
          <ac:spMkLst>
            <pc:docMk/>
            <pc:sldMk cId="1291449850" sldId="260"/>
            <ac:spMk id="3" creationId="{1BB498DF-79D7-6E9B-3532-734C0326DBF0}"/>
          </ac:spMkLst>
        </pc:spChg>
        <pc:picChg chg="add mod ord">
          <ac:chgData name="Deepti Shalika" userId="6a91af6862468c83" providerId="LiveId" clId="{A5C7AC25-4602-45D9-92EC-101580967667}" dt="2026-02-19T15:48:59.637" v="28" actId="14100"/>
          <ac:picMkLst>
            <pc:docMk/>
            <pc:sldMk cId="1291449850" sldId="260"/>
            <ac:picMk id="5" creationId="{F80750D5-B480-C310-DA40-11AD19C6D3A1}"/>
          </ac:picMkLst>
        </pc:picChg>
      </pc:sldChg>
      <pc:sldChg chg="addSp delSp modSp new mod">
        <pc:chgData name="Deepti Shalika" userId="6a91af6862468c83" providerId="LiveId" clId="{A5C7AC25-4602-45D9-92EC-101580967667}" dt="2026-02-19T16:45:30.451" v="77" actId="14100"/>
        <pc:sldMkLst>
          <pc:docMk/>
          <pc:sldMk cId="1642465286" sldId="261"/>
        </pc:sldMkLst>
        <pc:spChg chg="del">
          <ac:chgData name="Deepti Shalika" userId="6a91af6862468c83" providerId="LiveId" clId="{A5C7AC25-4602-45D9-92EC-101580967667}" dt="2026-02-19T15:49:18.387" v="29" actId="931"/>
          <ac:spMkLst>
            <pc:docMk/>
            <pc:sldMk cId="1642465286" sldId="261"/>
            <ac:spMk id="3" creationId="{DC178193-936B-D05E-9ACA-04AA61BAEF85}"/>
          </ac:spMkLst>
        </pc:spChg>
        <pc:spChg chg="add del mod">
          <ac:chgData name="Deepti Shalika" userId="6a91af6862468c83" providerId="LiveId" clId="{A5C7AC25-4602-45D9-92EC-101580967667}" dt="2026-02-19T16:44:50.431" v="71" actId="931"/>
          <ac:spMkLst>
            <pc:docMk/>
            <pc:sldMk cId="1642465286" sldId="261"/>
            <ac:spMk id="7" creationId="{BAFEF840-3C7E-3B2E-849B-504FC65920BF}"/>
          </ac:spMkLst>
        </pc:spChg>
        <pc:spChg chg="add del mod">
          <ac:chgData name="Deepti Shalika" userId="6a91af6862468c83" providerId="LiveId" clId="{A5C7AC25-4602-45D9-92EC-101580967667}" dt="2026-02-19T16:45:13.364" v="73" actId="931"/>
          <ac:spMkLst>
            <pc:docMk/>
            <pc:sldMk cId="1642465286" sldId="261"/>
            <ac:spMk id="11" creationId="{183B90E7-86D3-6145-3945-80A4AE8965A0}"/>
          </ac:spMkLst>
        </pc:spChg>
        <pc:picChg chg="add del mod ord">
          <ac:chgData name="Deepti Shalika" userId="6a91af6862468c83" providerId="LiveId" clId="{A5C7AC25-4602-45D9-92EC-101580967667}" dt="2026-02-19T16:44:42.492" v="70" actId="478"/>
          <ac:picMkLst>
            <pc:docMk/>
            <pc:sldMk cId="1642465286" sldId="261"/>
            <ac:picMk id="5" creationId="{B72202B4-5EF3-2B1B-1AB9-2120C27BAA36}"/>
          </ac:picMkLst>
        </pc:picChg>
        <pc:picChg chg="add del mod ord">
          <ac:chgData name="Deepti Shalika" userId="6a91af6862468c83" providerId="LiveId" clId="{A5C7AC25-4602-45D9-92EC-101580967667}" dt="2026-02-19T16:44:54.849" v="72" actId="478"/>
          <ac:picMkLst>
            <pc:docMk/>
            <pc:sldMk cId="1642465286" sldId="261"/>
            <ac:picMk id="9" creationId="{E72ED3BF-FD3F-7271-2413-FF73BFC1F8BA}"/>
          </ac:picMkLst>
        </pc:picChg>
        <pc:picChg chg="add mod ord">
          <ac:chgData name="Deepti Shalika" userId="6a91af6862468c83" providerId="LiveId" clId="{A5C7AC25-4602-45D9-92EC-101580967667}" dt="2026-02-19T16:45:30.451" v="77" actId="14100"/>
          <ac:picMkLst>
            <pc:docMk/>
            <pc:sldMk cId="1642465286" sldId="261"/>
            <ac:picMk id="13" creationId="{A3401B5B-45ED-1BF5-5F35-95602D9509BE}"/>
          </ac:picMkLst>
        </pc:picChg>
      </pc:sldChg>
      <pc:sldChg chg="addSp delSp modSp new mod">
        <pc:chgData name="Deepti Shalika" userId="6a91af6862468c83" providerId="LiveId" clId="{A5C7AC25-4602-45D9-92EC-101580967667}" dt="2026-02-19T15:50:44.170" v="41" actId="14100"/>
        <pc:sldMkLst>
          <pc:docMk/>
          <pc:sldMk cId="3982144520" sldId="262"/>
        </pc:sldMkLst>
        <pc:spChg chg="del">
          <ac:chgData name="Deepti Shalika" userId="6a91af6862468c83" providerId="LiveId" clId="{A5C7AC25-4602-45D9-92EC-101580967667}" dt="2026-02-19T15:50:29.615" v="37" actId="931"/>
          <ac:spMkLst>
            <pc:docMk/>
            <pc:sldMk cId="3982144520" sldId="262"/>
            <ac:spMk id="3" creationId="{BCA6E10D-782D-469D-F45B-C13D7D162068}"/>
          </ac:spMkLst>
        </pc:spChg>
        <pc:picChg chg="add mod ord">
          <ac:chgData name="Deepti Shalika" userId="6a91af6862468c83" providerId="LiveId" clId="{A5C7AC25-4602-45D9-92EC-101580967667}" dt="2026-02-19T15:50:44.170" v="41" actId="14100"/>
          <ac:picMkLst>
            <pc:docMk/>
            <pc:sldMk cId="3982144520" sldId="262"/>
            <ac:picMk id="5" creationId="{20F1C6E5-9820-3372-101C-6E2E197B7E04}"/>
          </ac:picMkLst>
        </pc:picChg>
      </pc:sldChg>
      <pc:sldChg chg="addSp delSp modSp new mod ord">
        <pc:chgData name="Deepti Shalika" userId="6a91af6862468c83" providerId="LiveId" clId="{A5C7AC25-4602-45D9-92EC-101580967667}" dt="2026-02-19T16:50:56.443" v="88" actId="14100"/>
        <pc:sldMkLst>
          <pc:docMk/>
          <pc:sldMk cId="294265612" sldId="263"/>
        </pc:sldMkLst>
        <pc:picChg chg="add del mod">
          <ac:chgData name="Deepti Shalika" userId="6a91af6862468c83" providerId="LiveId" clId="{A5C7AC25-4602-45D9-92EC-101580967667}" dt="2026-02-19T16:50:34.323" v="85" actId="478"/>
          <ac:picMkLst>
            <pc:docMk/>
            <pc:sldMk cId="294265612" sldId="263"/>
            <ac:picMk id="3" creationId="{37726AFA-E54B-B03D-F1BD-AC2D76811F8B}"/>
          </ac:picMkLst>
        </pc:picChg>
        <pc:picChg chg="add mod">
          <ac:chgData name="Deepti Shalika" userId="6a91af6862468c83" providerId="LiveId" clId="{A5C7AC25-4602-45D9-92EC-101580967667}" dt="2026-02-19T16:50:56.443" v="88" actId="14100"/>
          <ac:picMkLst>
            <pc:docMk/>
            <pc:sldMk cId="294265612" sldId="263"/>
            <ac:picMk id="5" creationId="{7E80119F-8D8B-6781-9DC1-B86DDF36D685}"/>
          </ac:picMkLst>
        </pc:picChg>
      </pc:sldChg>
      <pc:sldChg chg="new del">
        <pc:chgData name="Deepti Shalika" userId="6a91af6862468c83" providerId="LiveId" clId="{A5C7AC25-4602-45D9-92EC-101580967667}" dt="2026-02-19T15:51:44.519" v="43" actId="2696"/>
        <pc:sldMkLst>
          <pc:docMk/>
          <pc:sldMk cId="2716880224" sldId="263"/>
        </pc:sldMkLst>
      </pc:sldChg>
      <pc:sldChg chg="addSp modSp new mod">
        <pc:chgData name="Deepti Shalika" userId="6a91af6862468c83" providerId="LiveId" clId="{A5C7AC25-4602-45D9-92EC-101580967667}" dt="2026-02-19T16:46:15.805" v="79" actId="931"/>
        <pc:sldMkLst>
          <pc:docMk/>
          <pc:sldMk cId="137452468" sldId="264"/>
        </pc:sldMkLst>
        <pc:picChg chg="add mod">
          <ac:chgData name="Deepti Shalika" userId="6a91af6862468c83" providerId="LiveId" clId="{A5C7AC25-4602-45D9-92EC-101580967667}" dt="2026-02-19T16:46:15.805" v="79" actId="931"/>
          <ac:picMkLst>
            <pc:docMk/>
            <pc:sldMk cId="137452468" sldId="264"/>
            <ac:picMk id="3" creationId="{708DE4CA-C86B-D31D-8ECD-AB4ADFC3EB04}"/>
          </ac:picMkLst>
        </pc:picChg>
      </pc:sldChg>
      <pc:sldChg chg="addSp modSp new del mod">
        <pc:chgData name="Deepti Shalika" userId="6a91af6862468c83" providerId="LiveId" clId="{A5C7AC25-4602-45D9-92EC-101580967667}" dt="2026-02-19T16:36:32.162" v="63" actId="2696"/>
        <pc:sldMkLst>
          <pc:docMk/>
          <pc:sldMk cId="1031212907" sldId="264"/>
        </pc:sldMkLst>
        <pc:spChg chg="add mod">
          <ac:chgData name="Deepti Shalika" userId="6a91af6862468c83" providerId="LiveId" clId="{A5C7AC25-4602-45D9-92EC-101580967667}" dt="2026-02-19T16:32:01.272" v="48" actId="20577"/>
          <ac:spMkLst>
            <pc:docMk/>
            <pc:sldMk cId="1031212907" sldId="264"/>
            <ac:spMk id="2" creationId="{CC45860D-10DF-8427-E088-33FE5D964E6E}"/>
          </ac:spMkLst>
        </pc:spChg>
        <pc:spChg chg="add mod">
          <ac:chgData name="Deepti Shalika" userId="6a91af6862468c83" providerId="LiveId" clId="{A5C7AC25-4602-45D9-92EC-101580967667}" dt="2026-02-19T16:32:34.198" v="62" actId="20577"/>
          <ac:spMkLst>
            <pc:docMk/>
            <pc:sldMk cId="1031212907" sldId="264"/>
            <ac:spMk id="3" creationId="{3945FF3C-BA79-18F1-F3A3-0D43F9F024EF}"/>
          </ac:spMkLst>
        </pc:spChg>
      </pc:sldChg>
      <pc:sldChg chg="addSp modSp new del mod ord">
        <pc:chgData name="Deepti Shalika" userId="6a91af6862468c83" providerId="LiveId" clId="{A5C7AC25-4602-45D9-92EC-101580967667}" dt="2026-02-19T16:59:08.812" v="92" actId="2696"/>
        <pc:sldMkLst>
          <pc:docMk/>
          <pc:sldMk cId="3385304348" sldId="265"/>
        </pc:sldMkLst>
        <pc:picChg chg="add mod">
          <ac:chgData name="Deepti Shalika" userId="6a91af6862468c83" providerId="LiveId" clId="{A5C7AC25-4602-45D9-92EC-101580967667}" dt="2026-02-19T16:54:41.271" v="91" actId="14100"/>
          <ac:picMkLst>
            <pc:docMk/>
            <pc:sldMk cId="3385304348" sldId="265"/>
            <ac:picMk id="3" creationId="{49AA1D02-A7D1-8BFB-2771-E2569C5A58A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D142-9002-910D-2F60-54D63365E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86B2A-11BF-C80B-C21C-F0F076B88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FF013-7E44-213A-90D0-404698A8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EEF4-A544-42A1-9697-A0183A6648E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C89F8-AC7A-1564-437C-DF6C3C5BB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E5DFF-6DBF-1892-D3AD-D7DCA07E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04EE-858E-4638-A6D9-1DEE92553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356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C847-A400-4139-B24F-7249E9D07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E5868-B1AD-6EBE-3477-377C264CF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A7D9A-A018-B052-6EB5-011DF1435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EEF4-A544-42A1-9697-A0183A6648E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5C352-71F0-C016-8C87-15EC0EB3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5F7F7-79C5-1F32-54F9-11C3DA80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04EE-858E-4638-A6D9-1DEE92553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70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0DB52-CB3B-EB43-ADA9-03654691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744CF-AA6E-78CA-7EBA-189BE63FA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2278C-20BD-7FA1-ECEC-8C0EC690A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EEF4-A544-42A1-9697-A0183A6648E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9F482-5734-384D-011A-69C9A886C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89624-2506-0A28-392C-E6E1269B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04EE-858E-4638-A6D9-1DEE92553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907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6C17A-9B79-B836-AC36-4C50B31F2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B880E-9540-2C76-07E5-2AF3212630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3E629C-CB32-C74F-6C5A-95BBB4731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D853E-EE33-E178-4EBA-32C7CC529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EEF4-A544-42A1-9697-A0183A6648E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0F56E-5886-0E18-BFB4-C6EAB16DF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8A9C1-7B58-ED6D-97D1-264AF2F7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04EE-858E-4638-A6D9-1DEE92553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032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172E7-BC43-90AA-78B2-2FA705EF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2E1AF-F07D-C8AB-E4CB-9FA9B0139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8A7DE-A7C3-4960-C251-F5CFB3111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634767-89FB-83A9-B795-AF9076F8C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72BF5F-540F-9B93-35B8-39CBA368E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8ECD4A-916C-6076-8B09-B66033DE4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EEF4-A544-42A1-9697-A0183A6648E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4FB7D0-425C-5AE4-01F0-70055F216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EED4EA-5B1F-4E11-C532-AA5042D5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04EE-858E-4638-A6D9-1DEE92553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26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C5DE-B4B9-E402-D79A-2882EA93E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B3A79E-53B4-FCAA-D90C-2727FFBB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EEF4-A544-42A1-9697-A0183A6648E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7C762-6355-C829-5144-C0C31D7A8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DB261-C982-8CED-B1FD-D16399A41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04EE-858E-4638-A6D9-1DEE92553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123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6380E8-DCE0-71D7-E950-F62226564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EEF4-A544-42A1-9697-A0183A6648E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8DC15-91FB-EE4D-C9D2-ACD91999D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F5C3E-AEFB-91F5-F702-8A76F7F5C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04EE-858E-4638-A6D9-1DEE92553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629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F99EA-F6C9-BD95-1E22-7DC04DBEB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99B1E-FC06-EEB7-5D60-9CA23EE9E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9F85D-4EF9-D8FC-0E0A-84EE4E93E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15D02-7B44-DC49-CC81-6CD20721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EEF4-A544-42A1-9697-A0183A6648E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EEE5F-F907-1007-63A4-DD8E11EF1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226B1-77A2-36A6-9719-F1A7F5D3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04EE-858E-4638-A6D9-1DEE92553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53A-889F-B63F-1A5D-27806521A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0E6F3-FAC2-6735-60A5-D80E8992AC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40640-C42B-3E63-87C0-A62BB8522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E5AC6-2838-ED21-A51F-66F5204B8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EEF4-A544-42A1-9697-A0183A6648E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56893-A1EE-C422-04D0-B18226555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66EE5-1A15-C2BC-7312-549B76DD6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04EE-858E-4638-A6D9-1DEE92553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94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D0ED-77D6-A3A3-D516-10FD5C005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9B6738-8A13-4EE0-E97F-4F920FEBA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6BC4E-49BC-4A90-EB91-8B5454960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EEF4-A544-42A1-9697-A0183A6648E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AD419-8E0B-F672-09A8-3F708483D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8A950-5208-5D36-8BD8-1EC3DA60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04EE-858E-4638-A6D9-1DEE92553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080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CAC145-C22A-7CCC-C988-196A6F9AF3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38B9E-62B1-B6F9-8D12-B18F6834C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FE205-CDD0-CF38-3A7D-D42E09210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EEF4-A544-42A1-9697-A0183A6648E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836B6-701A-BBF0-50FE-254EBB6F9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70B36-E163-C1F7-44B5-D03A75F7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04EE-858E-4638-A6D9-1DEE92553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634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B766AC-50D6-A85D-915B-16ED92A87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F4DF3-B360-5782-7EB0-EFBA86DC1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F60CD-80E3-C62F-3CE1-9B7DA3822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1EEF4-A544-42A1-9697-A0183A6648E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BE2DC-3002-0BAE-8D3C-F598B3D38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881CC-56E8-1295-2698-993EC65BD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404EE-858E-4638-A6D9-1DEE92553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371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91460-C2AB-AC95-C176-159A1B0B26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D411C-B83F-0997-CDBC-183597DF5A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C3261-B870-8DA1-65C8-03FE5AC765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046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47B12-C088-F416-90E8-00CFD9498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F61690-C84C-3B0D-B20F-0B7F3B75B2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373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E1C2F-4372-5DA6-B12C-1AC6037D8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F2F1E8-B5F6-8317-4D88-9D679892A7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174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B1DCE-8763-EFA4-B817-B39126F0D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842993-8240-1D20-A7F3-7C407B3AC6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410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F2305-8858-FBCF-2693-245F18CC8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0750D5-B480-C310-DA40-11AD19C6D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49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FDD1-B10A-DFAD-7AF2-967E366AD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3401B5B-45ED-1BF5-5F35-95602D950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65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80119F-8D8B-6781-9DC1-B86DDF36D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65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7CD00-493E-493B-AE26-71DC41D8F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F1C6E5-9820-3372-101C-6E2E197B7E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44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8DE4CA-C86B-D31D-8ECD-AB4ADFC3E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52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Deepti Shalika</dc:creator>
  <cp:lastModifiedBy>Deepti Shalika</cp:lastModifiedBy>
  <cp:revision>1</cp:revision>
  <dcterms:created xsi:type="dcterms:W3CDTF">2026-02-19T15:45:14Z</dcterms:created>
  <dcterms:modified xsi:type="dcterms:W3CDTF">2026-02-19T16:59:19Z</dcterms:modified>
</cp:coreProperties>
</file>