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110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14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69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38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76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4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87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1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90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88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99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4742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249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0161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55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3640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44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30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🌌 EXOHABIT-AI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Intelligent Exoplanet Habitability Prediction &amp; Ranking System</a:t>
            </a:r>
          </a:p>
          <a:p>
            <a:r>
              <a:rPr dirty="0"/>
              <a:t>A Production-Ready Machine Learning Web Application</a:t>
            </a:r>
          </a:p>
          <a:p>
            <a:r>
              <a:rPr dirty="0"/>
              <a:t>Presented by</a:t>
            </a:r>
            <a:r>
              <a:rPr lang="en-GB"/>
              <a:t> RBSVD</a:t>
            </a:r>
            <a:r>
              <a:t> | Batch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D96FF"/>
                </a:solidFill>
              </a:defRPr>
            </a:pPr>
            <a:r>
              <a:t>Engineering Foundation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accent6">
                    <a:lumMod val="75000"/>
                  </a:schemeClr>
                </a:solidFill>
              </a:rPr>
              <a:t>The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Exohabit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-AI architecture is built on a robust, multi-layered stack designed for industrial scalability:</a:t>
            </a:r>
          </a:p>
          <a:p>
            <a:r>
              <a:rPr dirty="0">
                <a:solidFill>
                  <a:schemeClr val="accent6">
                    <a:lumMod val="75000"/>
                  </a:schemeClr>
                </a:solidFill>
              </a:rPr>
              <a:t>• Backend Layer: Flask handles request routing and business logic, while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Gunicorn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 serves as the production-grade WSGI server.</a:t>
            </a:r>
          </a:p>
          <a:p>
            <a:r>
              <a:rPr dirty="0">
                <a:solidFill>
                  <a:schemeClr val="accent6">
                    <a:lumMod val="75000"/>
                  </a:schemeClr>
                </a:solidFill>
              </a:rPr>
              <a:t>• ML Intelligence: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XGBoost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 for high-performance regression, Scikit-learn for rigorous validation, and Pandas/NumPy for astronomical data pipelines.</a:t>
            </a:r>
          </a:p>
          <a:p>
            <a:r>
              <a:rPr dirty="0">
                <a:solidFill>
                  <a:schemeClr val="accent6">
                    <a:lumMod val="75000"/>
                  </a:schemeClr>
                </a:solidFill>
              </a:rPr>
              <a:t>• Deployment: Hosted on Render Cloud for 99.9% uptime and real-world accessibility.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D96FF"/>
                </a:solidFill>
              </a:defRPr>
            </a:pPr>
            <a:r>
              <a:t>Core Platform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>
                <a:solidFill>
                  <a:schemeClr val="bg2">
                    <a:lumMod val="75000"/>
                  </a:schemeClr>
                </a:solidFill>
              </a:rPr>
              <a:t>Exohabit</a:t>
            </a:r>
            <a:r>
              <a:rPr dirty="0">
                <a:solidFill>
                  <a:schemeClr val="bg2">
                    <a:lumMod val="75000"/>
                  </a:schemeClr>
                </a:solidFill>
              </a:rPr>
              <a:t>-AI provides a comprehensive analytical suite for exoplanetary research:</a:t>
            </a:r>
          </a:p>
          <a:p>
            <a:r>
              <a:rPr dirty="0">
                <a:solidFill>
                  <a:schemeClr val="bg2">
                    <a:lumMod val="75000"/>
                  </a:schemeClr>
                </a:solidFill>
              </a:rPr>
              <a:t>1. Habitability Score Prediction: Utilizes planetary mass, radius, and stellar flux to generate a probability index.</a:t>
            </a:r>
          </a:p>
          <a:p>
            <a:r>
              <a:rPr dirty="0">
                <a:solidFill>
                  <a:schemeClr val="bg2">
                    <a:lumMod val="75000"/>
                  </a:schemeClr>
                </a:solidFill>
              </a:rPr>
              <a:t>2. Tiered Classification: Categorizes worlds into Highly, Moderately, or Non-Habitable zones.</a:t>
            </a:r>
          </a:p>
          <a:p>
            <a:r>
              <a:rPr dirty="0">
                <a:solidFill>
                  <a:schemeClr val="bg2">
                    <a:lumMod val="75000"/>
                  </a:schemeClr>
                </a:solidFill>
              </a:rPr>
              <a:t>3. Dynamic Ranking: An algorithmic engine that isolates the 'Top 2' candidates for high-priority study.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D96FF"/>
                </a:solidFill>
              </a:defRPr>
            </a:pPr>
            <a:r>
              <a:t>Data Pipeline &amp;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The system processes raw NASA exoplanet archives through a strict ETL pipeline. This involves handling missing values, standardizing numerical scales for </a:t>
            </a:r>
            <a:r>
              <a:rPr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XGBoost</a:t>
            </a:r>
            <a:r>
              <a:rPr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, and ensuring feature consistency between training and live inference.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score_distribution.png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D96FF"/>
                </a:solidFill>
              </a:defRPr>
            </a:pPr>
            <a:r>
              <a:t>Model Optimization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</a:t>
            </a:r>
            <a:r>
              <a:rPr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XGBoost</a:t>
            </a:r>
            <a:r>
              <a:rPr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model was selected for its ability to manage the non-linear complexity of planetary data. By utilizing Gradient Boosting with L1/L2 regularization, we achieve high R-Squared values while preventing overfitting to the training 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D96FF"/>
                </a:solidFill>
              </a:defRPr>
            </a:pPr>
            <a:r>
              <a:t>Production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The architecture ensures modularity and scalability. From user input via a structured web form to model prediction and PDF report generation, every component is decoupled to allow for independent scaling and maintenance.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Architecture Image from PPT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D96FF"/>
                </a:solidFill>
              </a:defRPr>
            </a:pPr>
            <a:r>
              <a:t>Application Interface &amp; User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accent6">
                    <a:lumMod val="75000"/>
                  </a:schemeClr>
                </a:solidFill>
              </a:rPr>
              <a:t>The UI is designed for scientific clarity. It features a structured input form for planetary parameters and a dynamic dashboard that visualizes the AI's findings instantly, including the 'Top 2' ranking display.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D96FF"/>
                </a:solidFill>
              </a:defRPr>
            </a:pPr>
            <a:r>
              <a:t>Analytical Dashboard &amp; Visual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Visualizations are generated using Matplotlib and Seaborn. These include feature importance plots, which explain which planetary attributes (e.g., Equilibrium Temperature) influenced the habitability score the most.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D96FF"/>
                </a:solidFill>
              </a:defRPr>
            </a:pPr>
            <a:r>
              <a:t>Scalability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• SHAP Integration: For model interpretability.</a:t>
            </a:r>
          </a:p>
          <a:p>
            <a:r>
              <a:rPr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• Database Persistence: PostgreSQL for historical tracking.</a:t>
            </a:r>
          </a:p>
          <a:p>
            <a:r>
              <a:rPr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• </a:t>
            </a:r>
            <a:r>
              <a:rPr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Dockerization</a:t>
            </a:r>
            <a:r>
              <a:rPr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: Containerization for CI/CD pipelines.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D96FF"/>
                </a:solidFill>
              </a:defRPr>
            </a:pPr>
            <a:r>
              <a:t>Live Demonstration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65000"/>
                  </a:schemeClr>
                </a:solidFill>
              </a:rPr>
              <a:t>The live application at exohabit.onrender.com demonstrates the full end-to-end integration of Machine Learning with a production-grade web interface.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Application Screenshots here]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D96FF"/>
                </a:solidFill>
              </a:defRPr>
            </a:pPr>
            <a:r>
              <a:t>Industry Impact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Exohabit</a:t>
            </a:r>
            <a:r>
              <a:rPr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-AI provides a scalable solution for prioritizing astronomical observation targets. By leveraging AI to filter noise from NASA datasets, we optimize the use of high-cost resources like the JWST.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D96FF"/>
                </a:solidFill>
              </a:defRPr>
            </a:pPr>
            <a:r>
              <a:rPr lang="en-GB" dirty="0"/>
              <a:t>Thank You &amp;</a:t>
            </a:r>
            <a:r>
              <a:rPr lang="en-IN" dirty="0"/>
              <a:t> </a:t>
            </a:r>
            <a:r>
              <a:rPr lang="en-GB" dirty="0"/>
              <a:t>Mission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Rohith D</a:t>
            </a:r>
            <a:r>
              <a:rPr dirty="0">
                <a:solidFill>
                  <a:schemeClr val="bg2">
                    <a:lumMod val="50000"/>
                  </a:schemeClr>
                </a:solidFill>
              </a:rPr>
              <a:t>| Batch 11</a:t>
            </a:r>
          </a:p>
          <a:p>
            <a:r>
              <a:rPr dirty="0">
                <a:solidFill>
                  <a:schemeClr val="bg2">
                    <a:lumMod val="50000"/>
                  </a:schemeClr>
                </a:solidFill>
              </a:rPr>
              <a:t>Link: exohabit.onrender.com</a:t>
            </a:r>
          </a:p>
          <a:p>
            <a:r>
              <a:rPr dirty="0">
                <a:solidFill>
                  <a:schemeClr val="bg2">
                    <a:lumMod val="50000"/>
                  </a:schemeClr>
                </a:solidFill>
              </a:rPr>
              <a:t>Video Demo: Available on Drive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</TotalTime>
  <Words>513</Words>
  <Application>Microsoft Office PowerPoint</Application>
  <PresentationFormat>On-screen Show (4:3)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Wisp</vt:lpstr>
      <vt:lpstr>🌌 EXOHABIT-AI</vt:lpstr>
      <vt:lpstr>Engineering Foundation &amp; Tech Stack</vt:lpstr>
      <vt:lpstr>Core Platform Capabilities</vt:lpstr>
      <vt:lpstr>Data Pipeline &amp; Transformation</vt:lpstr>
      <vt:lpstr>Model Optimization &amp; Performance</vt:lpstr>
      <vt:lpstr>Production System Architecture</vt:lpstr>
      <vt:lpstr>Application Interface &amp; User UX</vt:lpstr>
      <vt:lpstr>Analytical Dashboard &amp; Visual Insights</vt:lpstr>
      <vt:lpstr>Scalability &amp; Future Roadmap</vt:lpstr>
      <vt:lpstr>Live Demonstration &amp; Results</vt:lpstr>
      <vt:lpstr>Industry Impact &amp; Conclusion</vt:lpstr>
      <vt:lpstr>Thank You &amp; Mission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Rohith Balaram Sai Venkat Dadi</cp:lastModifiedBy>
  <cp:revision>3</cp:revision>
  <dcterms:created xsi:type="dcterms:W3CDTF">2013-01-27T09:14:16Z</dcterms:created>
  <dcterms:modified xsi:type="dcterms:W3CDTF">2026-02-19T16:48:32Z</dcterms:modified>
  <cp:category/>
</cp:coreProperties>
</file>