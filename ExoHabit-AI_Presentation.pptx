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🪐 ExoHabit-AI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FF"/>
                </a:solidFill>
              </a:defRPr>
            </a:pPr>
            <a:r>
              <a:t>Exploring the Cosmos, One Exoplanet at a Time</a:t>
            </a:r>
          </a:p>
        </p:txBody>
      </p:sp>
      <p:sp>
        <p:nvSpPr>
          <p:cNvPr id="6" name="Oval 5"/>
          <p:cNvSpPr/>
          <p:nvPr/>
        </p:nvSpPr>
        <p:spPr>
          <a:xfrm>
            <a:off x="5303520" y="5029200"/>
            <a:ext cx="1645920" cy="1645920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is ExoHabit-AI?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An intelligent web application that predicts exoplanet habitability using machine learning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Analyzes 10 key planetary and stellar parameters to determine if a planet could support life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Provides instant predictions through an interactive web interface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Educational platform featuring famous exoplanets and discovery methods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Built with Flask backend and immersive 3D frontend experience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Deployed and accessible online at https://exohabit-ai-3ni1.onrender.com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Are Exoplanets?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Planets that orbit stars beyond our Solar System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Over 5,600 confirmed exoplanets discovered to date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Most orbit other stars, but some are 'rogue planets' floating freely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Discovery methods include: Transit, Radial Velocity, Direct Imaging, Microlensing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The 'Habitable Zone' or 'Goldilocks Zone' is where liquid water could exist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NASA's Kepler and TESS missions have revolutionized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Discovery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1992: First exoplanets discovered orbiting pulsar PSR B1257+12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1995: 51 Pegasi b - First exoplanet around a sun-like star (Hot Jupiter)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2009: Kepler Space Telescope launches, discovers thousands of planets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2015: TRAPPIST-1 system discovered with seven Earth-sized planets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2018: TESS mission continues the search for nearby exoplanets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2021: James Webb Space Telescope begins detailed atmosphere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08960" cy="21945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ML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Advanced Random Forest model predicts habitability with high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71600"/>
            <a:ext cx="3108960" cy="21945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3D 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Interactive 3D starfield using Three.js 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371600"/>
            <a:ext cx="3108960" cy="21945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59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Real-time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59" y="21031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RESTful API for instant predictions and batch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108960" cy="21945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Educational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Learn about famous exoplanets and discovery methods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840480"/>
            <a:ext cx="3108960" cy="21945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023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Responsive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5720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Mobile-friendly interface with beautiful animations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840480"/>
            <a:ext cx="3108960" cy="2194560"/>
          </a:xfrm>
          <a:prstGeom prst="roundRect">
            <a:avLst/>
          </a:prstGeom>
          <a:solidFill>
            <a:srgbClr val="14142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4023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Data 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45720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Interactive charts showing planetary data and statistics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E1E3C"/>
          </a:solidFill>
          <a:ln w="254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Python 3.8+</a:t>
            </a:r>
          </a:p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Flask Web Framework</a:t>
            </a:r>
          </a:p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Scikit-learn ML</a:t>
            </a:r>
          </a:p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Random Forest Algorithm</a:t>
            </a:r>
          </a:p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Joblib Serialization</a:t>
            </a:r>
          </a:p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Pandas/NumPy</a:t>
            </a:r>
          </a:p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Flask-CORS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1E1E3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572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HTML5/CSS3</a:t>
            </a:r>
          </a:p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JavaScript ES6+</a:t>
            </a:r>
          </a:p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Three.js 3D Graphics</a:t>
            </a:r>
          </a:p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Chart.js Visualizations</a:t>
            </a:r>
          </a:p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GSAP Animations</a:t>
            </a:r>
          </a:p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Responsive Design</a:t>
            </a:r>
          </a:p>
          <a:p>
            <a:pPr>
              <a:spcAft>
                <a:spcPts val="1200"/>
              </a:spcAft>
              <a:defRPr sz="1800">
                <a:solidFill>
                  <a:srgbClr val="C8C8C8"/>
                </a:solidFill>
              </a:defRPr>
            </a:pPr>
            <a:r>
              <a:t>• Orbitron/Exo 2 Fonts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Machine Learning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FF"/>
                </a:solidFill>
              </a:defRPr>
            </a:pPr>
            <a:r>
              <a:t>Model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Algorithm: Random Forest Classifier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Trained on NASA Exoplanet Archive data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10 input features analyzed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Binary classification: Habitable vs Not Habitable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Probability scores for confidence levels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Joblib serialization for fast 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A2BE2"/>
                </a:solidFill>
              </a:defRPr>
            </a:pPr>
            <a:r>
              <a:t>Input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• pl_orbper: Orbital period (days)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• pl_rade: Planet radius (Earth radii)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• pl_bmasse: Planet mass (Earth masses)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• pl_eqt: Equilibrium temperature (K)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• st_teff: Stellar temperature (K)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• st_rad: Stellar radius (Solar radii)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• st_mass: Stellar mass (Solar masses)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• sy_dist: Distance to system (parsec)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• sy_snum: Number of stars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• sy_pnum: Number of planets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REST API Endpoints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9728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A14"/>
                </a:solidFill>
              </a:defRPr>
            </a:pPr>
            <a: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280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API information and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9728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A14"/>
                </a:solidFill>
              </a:defRPr>
            </a:pPr>
            <a: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86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Health check endpoint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9728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A14"/>
                </a:solidFill>
              </a:defRPr>
            </a:pPr>
            <a: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91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/features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918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List of required input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97280" cy="45720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A14"/>
                </a:solidFill>
              </a:defRPr>
            </a:pPr>
            <a: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97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/predict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2976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Single exoplanet habitability prediction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97280" cy="45720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0A14"/>
                </a:solidFill>
              </a:defRPr>
            </a:pPr>
            <a: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/batch-predict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303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Batch predictions (up to 100 planets)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29200"/>
            <a:ext cx="10698480" cy="1463040"/>
          </a:xfrm>
          <a:prstGeom prst="roundRect">
            <a:avLst/>
          </a:prstGeom>
          <a:solidFill>
            <a:srgbClr val="1E1E1E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FF64"/>
                </a:solidFill>
                <a:latin typeface="Courier New"/>
              </a:defRPr>
            </a:pPr>
            <a:r>
              <a:t>Example Response: {"success": true, "prediction": {"is_habitable": 1, "habitability_probability": 0.85, "confidence": "High", "classification": "Habitable"}}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Project Roadmap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</a:defRPr>
            </a:pPr>
            <a: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0: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19"/>
            <a:ext cx="1828800" cy="1828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417319"/>
            <a:ext cx="1828800" cy="1828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Project initialization and repository setup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148839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5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4883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1: Data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285999"/>
            <a:ext cx="1828800" cy="1828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285999"/>
            <a:ext cx="1828800" cy="1828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3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14883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NASA exoplanet data exploration and analysis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6323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17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2: Preprocessing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154679"/>
            <a:ext cx="1828800" cy="1828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0" y="3154679"/>
            <a:ext cx="1828800" cy="1828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0175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Data cleaning and feature engineering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931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86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3: ML Models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023360"/>
            <a:ext cx="1828800" cy="1828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9120" y="4023360"/>
            <a:ext cx="1828800" cy="1828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886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8862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Random Forest, XGBoost, Logistic Regression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4754879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80059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5487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4: Web App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4892040"/>
            <a:ext cx="1828800" cy="1828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9120" y="4892040"/>
            <a:ext cx="1828800" cy="1828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75487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75487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Flask backend and interactive frontend</a:t>
            </a:r>
          </a:p>
        </p:txBody>
      </p:sp>
      <p:sp>
        <p:nvSpPr>
          <p:cNvPr id="39" name="Oval 38"/>
          <p:cNvSpPr/>
          <p:nvPr/>
        </p:nvSpPr>
        <p:spPr>
          <a:xfrm>
            <a:off x="731520" y="5623560"/>
            <a:ext cx="457200" cy="457200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6692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A0A14"/>
                </a:solidFill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623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Phase 5: Deployment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5760720"/>
            <a:ext cx="1828800" cy="18288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389120" y="5760720"/>
            <a:ext cx="1463040" cy="18288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6235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A2BE2"/>
                </a:solidFill>
              </a:defRPr>
            </a:pPr>
            <a:r>
              <a:t>80%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56235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Deployed on Render cloud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Exoplanet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D4FF"/>
                </a:solidFill>
              </a:defRPr>
            </a:pPr>
            <a:r>
              <a:t>5,600+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Confirmed Exoplanets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D4FF"/>
                </a:solidFill>
              </a:defRPr>
            </a:pPr>
            <a:r>
              <a:t>205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Potentially Habitable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D4FF"/>
                </a:solidFill>
              </a:defRPr>
            </a:pPr>
            <a:r>
              <a:t>4.3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Light Years to Proxima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D4FF"/>
                </a:solidFill>
              </a:defRPr>
            </a:pPr>
            <a:r>
              <a:t>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Discovery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319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D4FF"/>
                </a:solidFill>
              </a:defRPr>
            </a:pPr>
            <a:r>
              <a:t>1992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937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First Exoplanets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93192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D4FF"/>
                </a:solidFill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937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Input Features Analyzed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Use Cases &amp;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390" y="1371600"/>
            <a:ext cx="18288" cy="5029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Research &amp;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Students learning about exoplanets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Astronomy enthusiasts exploring data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Quick habitability assessments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Understanding planetary parameters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Interactive learning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API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Third-party app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Batch analysis of multiple planets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Data science projects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Research tool automation</a:t>
            </a:r>
          </a:p>
          <a:p>
            <a:pPr>
              <a:spcAft>
                <a:spcPts val="1000"/>
              </a:spcAft>
              <a:defRPr sz="1600">
                <a:solidFill>
                  <a:srgbClr val="C8C8C8"/>
                </a:solidFill>
              </a:defRPr>
            </a:pPr>
            <a:r>
              <a:t>• Custom visualization tools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Integration with real-time NASA Exoplanet Archive API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Advanced atmospheric composition analysis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Machine learning model improvements with more data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Mobile app development for on-the-go exploration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Community features for sharing discoveries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Multi-language support for global accessibility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Acknowledgments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NASA Exoplanet Archive for providing comprehensive exoplanet data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Kepler and TESS missions for discovering thousands of exoplanets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Open Source community for Flask, Scikit-learn, Three.js, and other libraries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Springboard Mentor program for project guidance and support</a:t>
            </a:r>
          </a:p>
          <a:p>
            <a:pPr>
              <a:spcAft>
                <a:spcPts val="1400"/>
              </a:spcAft>
              <a:defRPr sz="2000">
                <a:solidFill>
                  <a:srgbClr val="C8C8C8"/>
                </a:solidFill>
              </a:defRPr>
            </a:pPr>
            <a:r>
              <a:t>• Contributors and collaborators who helped build this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Explore the cosmos with ExoHabit-AI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Live Demo: https://exohabit-ai-3ni1.onrender.com</a:t>
            </a:r>
          </a:p>
          <a:p>
            <a:pPr algn="ctr"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GitHub: https://github.com/springboardmentor1234r/ExoHabit-AI</a:t>
            </a:r>
          </a:p>
        </p:txBody>
      </p:sp>
      <p:sp>
        <p:nvSpPr>
          <p:cNvPr id="7" name="Oval 6"/>
          <p:cNvSpPr/>
          <p:nvPr/>
        </p:nvSpPr>
        <p:spPr>
          <a:xfrm>
            <a:off x="5303520" y="731520"/>
            <a:ext cx="1645920" cy="1645920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